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13" r:id="rId2"/>
  </p:sldMasterIdLst>
  <p:notesMasterIdLst>
    <p:notesMasterId r:id="rId11"/>
  </p:notesMasterIdLst>
  <p:sldIdLst>
    <p:sldId id="256" r:id="rId3"/>
    <p:sldId id="315" r:id="rId4"/>
    <p:sldId id="303" r:id="rId5"/>
    <p:sldId id="319" r:id="rId6"/>
    <p:sldId id="258" r:id="rId7"/>
    <p:sldId id="335" r:id="rId8"/>
    <p:sldId id="332" r:id="rId9"/>
    <p:sldId id="274" r:id="rId10"/>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DE7F9"/>
    <a:srgbClr val="FFF2CC"/>
    <a:srgbClr val="F8DAFA"/>
    <a:srgbClr val="E2F0D9"/>
    <a:srgbClr val="DEEBF7"/>
    <a:srgbClr val="F2F2F2"/>
    <a:srgbClr val="FBE5D6"/>
    <a:srgbClr val="FFDAFA"/>
    <a:srgbClr val="E43A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876" y="-1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7"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buNone/>
            </a:pPr>
            <a:r>
              <a:rPr lang="en-US" sz="4400" b="0" strike="noStrike" spc="-1">
                <a:latin typeface="Arial"/>
              </a:rPr>
              <a:t>Click to move the slide</a:t>
            </a:r>
          </a:p>
        </p:txBody>
      </p:sp>
      <p:sp>
        <p:nvSpPr>
          <p:cNvPr id="24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24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250" name="PlaceHolder 4"/>
          <p:cNvSpPr>
            <a:spLocks noGrp="1"/>
          </p:cNvSpPr>
          <p:nvPr>
            <p:ph type="dt" idx="19"/>
          </p:nvPr>
        </p:nvSpPr>
        <p:spPr>
          <a:xfrm>
            <a:off x="4278960" y="0"/>
            <a:ext cx="3280680" cy="53424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251" name="PlaceHolder 5"/>
          <p:cNvSpPr>
            <a:spLocks noGrp="1"/>
          </p:cNvSpPr>
          <p:nvPr>
            <p:ph type="ftr" idx="20"/>
          </p:nvPr>
        </p:nvSpPr>
        <p:spPr>
          <a:xfrm>
            <a:off x="0" y="10157400"/>
            <a:ext cx="3280680" cy="53424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252" name="PlaceHolder 6"/>
          <p:cNvSpPr>
            <a:spLocks noGrp="1"/>
          </p:cNvSpPr>
          <p:nvPr>
            <p:ph type="sldNum" idx="21"/>
          </p:nvPr>
        </p:nvSpPr>
        <p:spPr>
          <a:xfrm>
            <a:off x="4278960" y="10157400"/>
            <a:ext cx="3280680" cy="53424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0D1D81C5-5C77-4DA5-95EB-D0CA74AB91CA}" type="slidenum">
              <a:rPr lang="en-US" sz="1400" b="0" strike="noStrike" spc="-1">
                <a:latin typeface="Times New Roman"/>
              </a:rPr>
              <a:t>‹#›</a:t>
            </a:fld>
            <a:endParaRPr lang="en-US" sz="1400" b="0" strike="noStrike" spc="-1">
              <a:latin typeface="Times New Roman"/>
            </a:endParaRPr>
          </a:p>
        </p:txBody>
      </p:sp>
    </p:spTree>
    <p:extLst>
      <p:ext uri="{BB962C8B-B14F-4D97-AF65-F5344CB8AC3E}">
        <p14:creationId xmlns:p14="http://schemas.microsoft.com/office/powerpoint/2010/main" val="2335983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algn="r">
              <a:buNone/>
            </a:pPr>
            <a:fld id="{0D1D81C5-5C77-4DA5-95EB-D0CA74AB91CA}" type="slidenum">
              <a:rPr lang="en-US" sz="1400" b="0" strike="noStrike" spc="-1" smtClean="0">
                <a:latin typeface="Times New Roman"/>
              </a:rPr>
              <a:t>3</a:t>
            </a:fld>
            <a:endParaRPr lang="en-US" sz="1400" b="0" strike="noStrike" spc="-1">
              <a:latin typeface="Times New Roman"/>
            </a:endParaRPr>
          </a:p>
        </p:txBody>
      </p:sp>
    </p:spTree>
    <p:extLst>
      <p:ext uri="{BB962C8B-B14F-4D97-AF65-F5344CB8AC3E}">
        <p14:creationId xmlns:p14="http://schemas.microsoft.com/office/powerpoint/2010/main" val="3045247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algn="r">
              <a:buNone/>
            </a:pPr>
            <a:fld id="{0D1D81C5-5C77-4DA5-95EB-D0CA74AB91CA}" type="slidenum">
              <a:rPr lang="en-US" sz="1400" b="0" strike="noStrike" spc="-1" smtClean="0">
                <a:latin typeface="Times New Roman"/>
              </a:rPr>
              <a:t>4</a:t>
            </a:fld>
            <a:endParaRPr lang="en-US" sz="1400" b="0" strike="noStrike" spc="-1">
              <a:latin typeface="Times New Roman"/>
            </a:endParaRPr>
          </a:p>
        </p:txBody>
      </p:sp>
    </p:spTree>
    <p:extLst>
      <p:ext uri="{BB962C8B-B14F-4D97-AF65-F5344CB8AC3E}">
        <p14:creationId xmlns:p14="http://schemas.microsoft.com/office/powerpoint/2010/main" val="1585265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PlaceHolder 1"/>
          <p:cNvSpPr>
            <a:spLocks noGrp="1" noRot="1" noChangeAspect="1"/>
          </p:cNvSpPr>
          <p:nvPr>
            <p:ph type="sldImg"/>
          </p:nvPr>
        </p:nvSpPr>
        <p:spPr>
          <a:xfrm>
            <a:off x="574675" y="1336675"/>
            <a:ext cx="6408738" cy="3605213"/>
          </a:xfrm>
          <a:prstGeom prst="rect">
            <a:avLst/>
          </a:prstGeom>
          <a:ln w="0">
            <a:noFill/>
          </a:ln>
        </p:spPr>
      </p:sp>
      <p:sp>
        <p:nvSpPr>
          <p:cNvPr id="390" name="PlaceHolder 2"/>
          <p:cNvSpPr>
            <a:spLocks noGrp="1"/>
          </p:cNvSpPr>
          <p:nvPr>
            <p:ph type="body"/>
          </p:nvPr>
        </p:nvSpPr>
        <p:spPr>
          <a:xfrm>
            <a:off x="755640" y="5145120"/>
            <a:ext cx="6046560" cy="4208400"/>
          </a:xfrm>
          <a:prstGeom prst="rect">
            <a:avLst/>
          </a:prstGeom>
          <a:noFill/>
          <a:ln w="0">
            <a:noFill/>
          </a:ln>
        </p:spPr>
        <p:txBody>
          <a:bodyPr lIns="0" tIns="0" rIns="0" bIns="0" anchor="t">
            <a:noAutofit/>
          </a:bodyPr>
          <a:lstStyle/>
          <a:p>
            <a:endParaRPr lang="en-US" sz="2000" b="0" strike="noStrike" spc="-1">
              <a:latin typeface="Arial"/>
            </a:endParaRPr>
          </a:p>
        </p:txBody>
      </p:sp>
      <p:sp>
        <p:nvSpPr>
          <p:cNvPr id="391" name="PlaceHolder 3"/>
          <p:cNvSpPr>
            <a:spLocks noGrp="1"/>
          </p:cNvSpPr>
          <p:nvPr>
            <p:ph type="sldNum" idx="26"/>
          </p:nvPr>
        </p:nvSpPr>
        <p:spPr>
          <a:xfrm>
            <a:off x="4281480" y="10155240"/>
            <a:ext cx="3274920" cy="534600"/>
          </a:xfrm>
          <a:prstGeom prst="rect">
            <a:avLst/>
          </a:prstGeom>
          <a:noFill/>
          <a:ln w="0">
            <a:noFill/>
          </a:ln>
        </p:spPr>
        <p:txBody>
          <a:bodyPr lIns="0" tIns="0" rIns="0" bIns="0" anchor="b">
            <a:noAutofit/>
          </a:bodyPr>
          <a:lstStyle>
            <a:lvl1pPr algn="r">
              <a:lnSpc>
                <a:spcPct val="100000"/>
              </a:lnSpc>
              <a:buNone/>
              <a:defRPr lang="en-US" sz="1200" b="0" strike="noStrike" spc="-1">
                <a:solidFill>
                  <a:srgbClr val="000000"/>
                </a:solidFill>
                <a:latin typeface="+mn-lt"/>
                <a:ea typeface="+mn-ea"/>
              </a:defRPr>
            </a:lvl1pPr>
          </a:lstStyle>
          <a:p>
            <a:pPr algn="r">
              <a:lnSpc>
                <a:spcPct val="100000"/>
              </a:lnSpc>
              <a:buNone/>
            </a:pPr>
            <a:fld id="{37119828-2F6A-4312-BCAF-59FEF0E5B401}" type="slidenum">
              <a:rPr lang="en-US" sz="1200" b="0" strike="noStrike" spc="-1">
                <a:solidFill>
                  <a:srgbClr val="000000"/>
                </a:solidFill>
                <a:latin typeface="+mn-lt"/>
                <a:ea typeface="+mn-ea"/>
              </a:rPr>
              <a:t>5</a:t>
            </a:fld>
            <a:endParaRPr lang="en-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PlaceHolder 1"/>
          <p:cNvSpPr>
            <a:spLocks noGrp="1" noRot="1" noChangeAspect="1"/>
          </p:cNvSpPr>
          <p:nvPr>
            <p:ph type="sldImg"/>
          </p:nvPr>
        </p:nvSpPr>
        <p:spPr>
          <a:xfrm>
            <a:off x="574675" y="1336675"/>
            <a:ext cx="6408738" cy="3605213"/>
          </a:xfrm>
          <a:prstGeom prst="rect">
            <a:avLst/>
          </a:prstGeom>
          <a:ln w="0">
            <a:noFill/>
          </a:ln>
        </p:spPr>
      </p:sp>
      <p:sp>
        <p:nvSpPr>
          <p:cNvPr id="390" name="PlaceHolder 2"/>
          <p:cNvSpPr>
            <a:spLocks noGrp="1"/>
          </p:cNvSpPr>
          <p:nvPr>
            <p:ph type="body"/>
          </p:nvPr>
        </p:nvSpPr>
        <p:spPr>
          <a:xfrm>
            <a:off x="755640" y="5145120"/>
            <a:ext cx="6046560" cy="4208400"/>
          </a:xfrm>
          <a:prstGeom prst="rect">
            <a:avLst/>
          </a:prstGeom>
          <a:noFill/>
          <a:ln w="0">
            <a:noFill/>
          </a:ln>
        </p:spPr>
        <p:txBody>
          <a:bodyPr lIns="0" tIns="0" rIns="0" bIns="0" anchor="t">
            <a:noAutofit/>
          </a:bodyPr>
          <a:lstStyle/>
          <a:p>
            <a:endParaRPr lang="en-US" sz="2000" b="0" strike="noStrike" spc="-1">
              <a:latin typeface="Arial"/>
            </a:endParaRPr>
          </a:p>
        </p:txBody>
      </p:sp>
      <p:sp>
        <p:nvSpPr>
          <p:cNvPr id="391" name="PlaceHolder 3"/>
          <p:cNvSpPr>
            <a:spLocks noGrp="1"/>
          </p:cNvSpPr>
          <p:nvPr>
            <p:ph type="sldNum" idx="26"/>
          </p:nvPr>
        </p:nvSpPr>
        <p:spPr>
          <a:xfrm>
            <a:off x="4281480" y="10155240"/>
            <a:ext cx="3274920" cy="534600"/>
          </a:xfrm>
          <a:prstGeom prst="rect">
            <a:avLst/>
          </a:prstGeom>
          <a:noFill/>
          <a:ln w="0">
            <a:noFill/>
          </a:ln>
        </p:spPr>
        <p:txBody>
          <a:bodyPr lIns="0" tIns="0" rIns="0" bIns="0" anchor="b">
            <a:noAutofit/>
          </a:bodyPr>
          <a:lstStyle>
            <a:lvl1pPr algn="r">
              <a:lnSpc>
                <a:spcPct val="100000"/>
              </a:lnSpc>
              <a:buNone/>
              <a:defRPr lang="en-US" sz="1200" b="0" strike="noStrike" spc="-1">
                <a:solidFill>
                  <a:srgbClr val="000000"/>
                </a:solidFill>
                <a:latin typeface="+mn-lt"/>
                <a:ea typeface="+mn-ea"/>
              </a:defRPr>
            </a:lvl1pPr>
          </a:lstStyle>
          <a:p>
            <a:pPr algn="r">
              <a:lnSpc>
                <a:spcPct val="100000"/>
              </a:lnSpc>
              <a:buNone/>
            </a:pPr>
            <a:fld id="{37119828-2F6A-4312-BCAF-59FEF0E5B401}" type="slidenum">
              <a:rPr lang="en-US" sz="1200" b="0" strike="noStrike" spc="-1">
                <a:solidFill>
                  <a:srgbClr val="000000"/>
                </a:solidFill>
                <a:latin typeface="+mn-lt"/>
                <a:ea typeface="+mn-ea"/>
              </a:rPr>
              <a:t>6</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81E04F99-4E34-48E5-9E71-DD4C0C24FA01}"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A3F3403F-7761-40CA-BEE5-76B9CA610912}" type="slidenum">
              <a:t>‹#›</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64B8F6A3-7B5F-4A47-BCAE-38D7051272DB}"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996A581E-D908-4D22-8D56-66E0579B817F}"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DE850874-6EBA-416B-8ABC-5B8B7E9D812C}"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B2F03718-0248-4CA3-8CAB-4D3A30DE4F31}"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41011E87-88F4-49B7-AF6A-2A8B55697515}"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5FAA0D60-6FFC-44B5-9293-00D5A0DD5FD8}"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9395421B-4B6C-4BAF-A0CB-0DC1C6BB19C2}"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64BA5653-9EDA-4473-AFEC-DA111F83B80B}"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A7F4E4FD-3B15-4781-A206-A2BFB70BF0F2}"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35B532F9-9AD1-4385-AA93-4CDCE7B3554C}"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lstStyle/>
          <a:p>
            <a:r>
              <a:t>Footer</a:t>
            </a:r>
          </a:p>
        </p:txBody>
      </p:sp>
      <p:sp>
        <p:nvSpPr>
          <p:cNvPr id="3" name="PlaceHolder 2"/>
          <p:cNvSpPr>
            <a:spLocks noGrp="1"/>
          </p:cNvSpPr>
          <p:nvPr>
            <p:ph type="sldNum" idx="17"/>
          </p:nvPr>
        </p:nvSpPr>
        <p:spPr/>
        <p:txBody>
          <a:bodyPr/>
          <a:lstStyle/>
          <a:p>
            <a:fld id="{45E6A663-07E3-4B66-8FA5-033542AEA4FF}" type="slidenum">
              <a:t>‹#›</a:t>
            </a:fld>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12"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16"/>
          </p:nvPr>
        </p:nvSpPr>
        <p:spPr/>
        <p:txBody>
          <a:bodyPr/>
          <a:lstStyle/>
          <a:p>
            <a:r>
              <a:t>Footer</a:t>
            </a:r>
          </a:p>
        </p:txBody>
      </p:sp>
      <p:sp>
        <p:nvSpPr>
          <p:cNvPr id="5" name="PlaceHolder 4"/>
          <p:cNvSpPr>
            <a:spLocks noGrp="1"/>
          </p:cNvSpPr>
          <p:nvPr>
            <p:ph type="sldNum" idx="17"/>
          </p:nvPr>
        </p:nvSpPr>
        <p:spPr/>
        <p:txBody>
          <a:bodyPr/>
          <a:lstStyle/>
          <a:p>
            <a:fld id="{2580E7ED-AC98-4B78-9A11-C67ABE8D849E}" type="slidenum">
              <a:t>‹#›</a:t>
            </a:fld>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14"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16"/>
          </p:nvPr>
        </p:nvSpPr>
        <p:spPr/>
        <p:txBody>
          <a:bodyPr/>
          <a:lstStyle/>
          <a:p>
            <a:r>
              <a:t>Footer</a:t>
            </a:r>
          </a:p>
        </p:txBody>
      </p:sp>
      <p:sp>
        <p:nvSpPr>
          <p:cNvPr id="5" name="PlaceHolder 4"/>
          <p:cNvSpPr>
            <a:spLocks noGrp="1"/>
          </p:cNvSpPr>
          <p:nvPr>
            <p:ph type="sldNum" idx="17"/>
          </p:nvPr>
        </p:nvSpPr>
        <p:spPr/>
        <p:txBody>
          <a:bodyPr/>
          <a:lstStyle/>
          <a:p>
            <a:fld id="{32FA07CD-F843-40F9-AD3D-A4BAF28712ED}" type="slidenum">
              <a:t>‹#›</a:t>
            </a:fld>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1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00728435-6B5A-46AC-98B1-0D78596FEB76}" type="slidenum">
              <a:t>‹#›</a:t>
            </a:fld>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1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16"/>
          </p:nvPr>
        </p:nvSpPr>
        <p:spPr/>
        <p:txBody>
          <a:bodyPr/>
          <a:lstStyle/>
          <a:p>
            <a:r>
              <a:t>Footer</a:t>
            </a:r>
          </a:p>
        </p:txBody>
      </p:sp>
      <p:sp>
        <p:nvSpPr>
          <p:cNvPr id="4" name="PlaceHolder 3"/>
          <p:cNvSpPr>
            <a:spLocks noGrp="1"/>
          </p:cNvSpPr>
          <p:nvPr>
            <p:ph type="sldNum" idx="17"/>
          </p:nvPr>
        </p:nvSpPr>
        <p:spPr/>
        <p:txBody>
          <a:bodyPr/>
          <a:lstStyle/>
          <a:p>
            <a:fld id="{B8A54540-7744-4277-B285-4CA51DAFC01B}" type="slidenum">
              <a:t>‹#›</a:t>
            </a:fld>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19"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16"/>
          </p:nvPr>
        </p:nvSpPr>
        <p:spPr/>
        <p:txBody>
          <a:bodyPr/>
          <a:lstStyle/>
          <a:p>
            <a:r>
              <a:t>Footer</a:t>
            </a:r>
          </a:p>
        </p:txBody>
      </p:sp>
      <p:sp>
        <p:nvSpPr>
          <p:cNvPr id="4" name="PlaceHolder 3"/>
          <p:cNvSpPr>
            <a:spLocks noGrp="1"/>
          </p:cNvSpPr>
          <p:nvPr>
            <p:ph type="sldNum" idx="17"/>
          </p:nvPr>
        </p:nvSpPr>
        <p:spPr/>
        <p:txBody>
          <a:bodyPr/>
          <a:lstStyle/>
          <a:p>
            <a:fld id="{27746A0F-EE7A-41A0-B66D-E511F70C094A}" type="slidenum">
              <a:t>‹#›</a:t>
            </a:fld>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2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2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6"/>
          </p:nvPr>
        </p:nvSpPr>
        <p:spPr/>
        <p:txBody>
          <a:bodyPr/>
          <a:lstStyle/>
          <a:p>
            <a:r>
              <a:t>Footer</a:t>
            </a:r>
          </a:p>
        </p:txBody>
      </p:sp>
      <p:sp>
        <p:nvSpPr>
          <p:cNvPr id="7" name="PlaceHolder 6"/>
          <p:cNvSpPr>
            <a:spLocks noGrp="1"/>
          </p:cNvSpPr>
          <p:nvPr>
            <p:ph type="sldNum" idx="17"/>
          </p:nvPr>
        </p:nvSpPr>
        <p:spPr/>
        <p:txBody>
          <a:bodyPr/>
          <a:lstStyle/>
          <a:p>
            <a:fld id="{557DD5B0-C372-4410-8841-F8C2367A1369}" type="slidenum">
              <a:t>‹#›</a:t>
            </a:fld>
            <a:endParaRPr/>
          </a:p>
        </p:txBody>
      </p:sp>
      <p:sp>
        <p:nvSpPr>
          <p:cNvPr id="8" name="PlaceHolder 7"/>
          <p:cNvSpPr>
            <a:spLocks noGrp="1"/>
          </p:cNvSpPr>
          <p:nvPr>
            <p:ph type="dt" idx="18"/>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2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7"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6"/>
          </p:nvPr>
        </p:nvSpPr>
        <p:spPr/>
        <p:txBody>
          <a:bodyPr/>
          <a:lstStyle/>
          <a:p>
            <a:r>
              <a:t>Footer</a:t>
            </a:r>
          </a:p>
        </p:txBody>
      </p:sp>
      <p:sp>
        <p:nvSpPr>
          <p:cNvPr id="7" name="PlaceHolder 6"/>
          <p:cNvSpPr>
            <a:spLocks noGrp="1"/>
          </p:cNvSpPr>
          <p:nvPr>
            <p:ph type="sldNum" idx="17"/>
          </p:nvPr>
        </p:nvSpPr>
        <p:spPr/>
        <p:txBody>
          <a:bodyPr/>
          <a:lstStyle/>
          <a:p>
            <a:fld id="{5AF1B8CF-BBED-4EB6-AD92-D16210721A38}" type="slidenum">
              <a:t>‹#›</a:t>
            </a:fld>
            <a:endParaRPr/>
          </a:p>
        </p:txBody>
      </p:sp>
      <p:sp>
        <p:nvSpPr>
          <p:cNvPr id="8" name="PlaceHolder 7"/>
          <p:cNvSpPr>
            <a:spLocks noGrp="1"/>
          </p:cNvSpPr>
          <p:nvPr>
            <p:ph type="dt" idx="18"/>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2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1"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16"/>
          </p:nvPr>
        </p:nvSpPr>
        <p:spPr/>
        <p:txBody>
          <a:bodyPr/>
          <a:lstStyle/>
          <a:p>
            <a:r>
              <a:t>Footer</a:t>
            </a:r>
          </a:p>
        </p:txBody>
      </p:sp>
      <p:sp>
        <p:nvSpPr>
          <p:cNvPr id="7" name="PlaceHolder 6"/>
          <p:cNvSpPr>
            <a:spLocks noGrp="1"/>
          </p:cNvSpPr>
          <p:nvPr>
            <p:ph type="sldNum" idx="17"/>
          </p:nvPr>
        </p:nvSpPr>
        <p:spPr/>
        <p:txBody>
          <a:bodyPr/>
          <a:lstStyle/>
          <a:p>
            <a:fld id="{96E73CCA-5811-4B87-86D4-D023ECF00DF8}" type="slidenum">
              <a:t>‹#›</a:t>
            </a:fld>
            <a:endParaRPr/>
          </a:p>
        </p:txBody>
      </p:sp>
      <p:sp>
        <p:nvSpPr>
          <p:cNvPr id="8" name="PlaceHolder 7"/>
          <p:cNvSpPr>
            <a:spLocks noGrp="1"/>
          </p:cNvSpPr>
          <p:nvPr>
            <p:ph type="dt" idx="18"/>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33"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4"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5357B360-33EA-47BE-BF2E-0BB55482DF3D}" type="slidenum">
              <a:t>‹#›</a:t>
            </a:fld>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3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9"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16"/>
          </p:nvPr>
        </p:nvSpPr>
        <p:spPr/>
        <p:txBody>
          <a:bodyPr/>
          <a:lstStyle/>
          <a:p>
            <a:r>
              <a:t>Footer</a:t>
            </a:r>
          </a:p>
        </p:txBody>
      </p:sp>
      <p:sp>
        <p:nvSpPr>
          <p:cNvPr id="8" name="PlaceHolder 7"/>
          <p:cNvSpPr>
            <a:spLocks noGrp="1"/>
          </p:cNvSpPr>
          <p:nvPr>
            <p:ph type="sldNum" idx="17"/>
          </p:nvPr>
        </p:nvSpPr>
        <p:spPr/>
        <p:txBody>
          <a:bodyPr/>
          <a:lstStyle/>
          <a:p>
            <a:fld id="{DAD68241-E532-4C26-93FA-6AD70F0FA642}" type="slidenum">
              <a:t>‹#›</a:t>
            </a:fld>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4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41"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2"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3"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4"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5"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6"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16"/>
          </p:nvPr>
        </p:nvSpPr>
        <p:spPr/>
        <p:txBody>
          <a:bodyPr/>
          <a:lstStyle/>
          <a:p>
            <a:r>
              <a:t>Footer</a:t>
            </a:r>
          </a:p>
        </p:txBody>
      </p:sp>
      <p:sp>
        <p:nvSpPr>
          <p:cNvPr id="10" name="PlaceHolder 9"/>
          <p:cNvSpPr>
            <a:spLocks noGrp="1"/>
          </p:cNvSpPr>
          <p:nvPr>
            <p:ph type="sldNum" idx="17"/>
          </p:nvPr>
        </p:nvSpPr>
        <p:spPr/>
        <p:txBody>
          <a:bodyPr/>
          <a:lstStyle/>
          <a:p>
            <a:fld id="{E2800A33-9B61-4775-AAC6-76140A11B312}" type="slidenum">
              <a:t>‹#›</a:t>
            </a:fld>
            <a:endParaRPr/>
          </a:p>
        </p:txBody>
      </p:sp>
      <p:sp>
        <p:nvSpPr>
          <p:cNvPr id="11" name="PlaceHolder 10"/>
          <p:cNvSpPr>
            <a:spLocks noGrp="1"/>
          </p:cNvSpPr>
          <p:nvPr>
            <p:ph type="dt" idx="18"/>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ftr" idx="1"/>
          </p:nvPr>
        </p:nvSpPr>
        <p:spPr>
          <a:xfrm>
            <a:off x="4038480" y="6356520"/>
            <a:ext cx="4113000" cy="363240"/>
          </a:xfrm>
          <a:prstGeom prst="rect">
            <a:avLst/>
          </a:prstGeom>
          <a:noFill/>
          <a:ln w="0">
            <a:noFill/>
          </a:ln>
        </p:spPr>
        <p:txBody>
          <a:bodyPr lIns="90000" tIns="45000" rIns="90000" bIns="45000" anchor="ctr">
            <a:noAutofit/>
          </a:bodyPr>
          <a:lstStyle>
            <a:lvl1pPr algn="ctr">
              <a:lnSpc>
                <a:spcPct val="100000"/>
              </a:lnSpc>
              <a:buNone/>
              <a:defRPr lang="en-US" sz="1400" b="0" strike="noStrike" spc="-1">
                <a:solidFill>
                  <a:srgbClr val="8B8B8B"/>
                </a:solidFill>
                <a:latin typeface="Times New Roman"/>
                <a:ea typeface="DejaVu Sans"/>
              </a:defRPr>
            </a:lvl1pPr>
          </a:lstStyle>
          <a:p>
            <a:pPr algn="ctr">
              <a:lnSpc>
                <a:spcPct val="100000"/>
              </a:lnSpc>
              <a:buNone/>
            </a:pPr>
            <a:r>
              <a:rPr lang="en-US" sz="1400" b="0" strike="noStrike" spc="-1">
                <a:solidFill>
                  <a:srgbClr val="8B8B8B"/>
                </a:solidFill>
                <a:latin typeface="Times New Roman"/>
                <a:ea typeface="DejaVu Sans"/>
              </a:rPr>
              <a:t>&lt;footer&gt;</a:t>
            </a:r>
            <a:endParaRPr lang="en-US" sz="1400" b="0" strike="noStrike" spc="-1">
              <a:latin typeface="Times New Roman"/>
            </a:endParaRPr>
          </a:p>
        </p:txBody>
      </p:sp>
      <p:sp>
        <p:nvSpPr>
          <p:cNvPr id="6" name="PlaceHolder 2"/>
          <p:cNvSpPr>
            <a:spLocks noGrp="1"/>
          </p:cNvSpPr>
          <p:nvPr>
            <p:ph type="sldNum" idx="2"/>
          </p:nvPr>
        </p:nvSpPr>
        <p:spPr>
          <a:xfrm>
            <a:off x="8610480" y="6356520"/>
            <a:ext cx="2741400" cy="363240"/>
          </a:xfrm>
          <a:prstGeom prst="rect">
            <a:avLst/>
          </a:prstGeom>
          <a:noFill/>
          <a:ln w="0">
            <a:noFill/>
          </a:ln>
        </p:spPr>
        <p:txBody>
          <a:bodyPr lIns="90000" tIns="45000" rIns="90000" bIns="45000" anchor="ctr">
            <a:noAutofit/>
          </a:bodyPr>
          <a:lstStyle>
            <a:lvl1pPr algn="r">
              <a:lnSpc>
                <a:spcPct val="100000"/>
              </a:lnSpc>
              <a:buNone/>
              <a:defRPr lang="en-US" sz="2000" b="0" strike="noStrike" spc="-1">
                <a:solidFill>
                  <a:srgbClr val="FEFFFF"/>
                </a:solidFill>
                <a:latin typeface="Century Gothic"/>
                <a:ea typeface="DejaVu Sans"/>
              </a:defRPr>
            </a:lvl1pPr>
          </a:lstStyle>
          <a:p>
            <a:pPr algn="r">
              <a:lnSpc>
                <a:spcPct val="100000"/>
              </a:lnSpc>
              <a:buNone/>
            </a:pPr>
            <a:fld id="{3D348B31-9F30-4C0E-A638-34B1794654AF}" type="slidenum">
              <a:rPr lang="en-US" sz="2000" b="0" strike="noStrike" spc="-1">
                <a:solidFill>
                  <a:srgbClr val="FEFFFF"/>
                </a:solidFill>
                <a:latin typeface="Century Gothic"/>
                <a:ea typeface="DejaVu Sans"/>
              </a:rPr>
              <a:t>‹#›</a:t>
            </a:fld>
            <a:endParaRPr lang="en-US" sz="2000" b="0" strike="noStrike" spc="-1">
              <a:latin typeface="Times New Roman"/>
            </a:endParaRPr>
          </a:p>
        </p:txBody>
      </p:sp>
      <p:sp>
        <p:nvSpPr>
          <p:cNvPr id="2" name="PlaceHolder 3"/>
          <p:cNvSpPr>
            <a:spLocks noGrp="1"/>
          </p:cNvSpPr>
          <p:nvPr>
            <p:ph type="dt" idx="3"/>
          </p:nvPr>
        </p:nvSpPr>
        <p:spPr>
          <a:xfrm>
            <a:off x="838080" y="6356520"/>
            <a:ext cx="2741400" cy="363240"/>
          </a:xfrm>
          <a:prstGeom prst="rect">
            <a:avLst/>
          </a:prstGeom>
          <a:noFill/>
          <a:ln w="0">
            <a:noFill/>
          </a:ln>
        </p:spPr>
        <p:txBody>
          <a:bodyPr lIns="90000" tIns="45000" rIns="90000" bIns="45000" anchor="ctr">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PlaceHolder 1"/>
          <p:cNvSpPr>
            <a:spLocks noGrp="1"/>
          </p:cNvSpPr>
          <p:nvPr>
            <p:ph type="ftr" idx="16"/>
          </p:nvPr>
        </p:nvSpPr>
        <p:spPr>
          <a:xfrm>
            <a:off x="4038480" y="6356520"/>
            <a:ext cx="4113000" cy="363240"/>
          </a:xfrm>
          <a:prstGeom prst="rect">
            <a:avLst/>
          </a:prstGeom>
          <a:noFill/>
          <a:ln w="0">
            <a:noFill/>
          </a:ln>
        </p:spPr>
        <p:txBody>
          <a:bodyPr lIns="90000" tIns="45000" rIns="90000" bIns="45000" anchor="ctr">
            <a:noAutofit/>
          </a:bodyPr>
          <a:lstStyle>
            <a:lvl1pPr algn="ctr">
              <a:lnSpc>
                <a:spcPct val="100000"/>
              </a:lnSpc>
              <a:buNone/>
              <a:defRPr lang="en-US" sz="1400" b="0" strike="noStrike" spc="-1">
                <a:solidFill>
                  <a:srgbClr val="8B8B8B"/>
                </a:solidFill>
                <a:latin typeface="Times New Roman"/>
                <a:ea typeface="DejaVu Sans"/>
              </a:defRPr>
            </a:lvl1pPr>
          </a:lstStyle>
          <a:p>
            <a:pPr algn="ctr">
              <a:lnSpc>
                <a:spcPct val="100000"/>
              </a:lnSpc>
              <a:buNone/>
            </a:pPr>
            <a:r>
              <a:rPr lang="en-US" sz="1400" b="0" strike="noStrike" spc="-1">
                <a:solidFill>
                  <a:srgbClr val="8B8B8B"/>
                </a:solidFill>
                <a:latin typeface="Times New Roman"/>
                <a:ea typeface="DejaVu Sans"/>
              </a:rPr>
              <a:t>&lt;footer&gt;</a:t>
            </a:r>
            <a:endParaRPr lang="en-US" sz="1400" b="0" strike="noStrike" spc="-1">
              <a:latin typeface="Times New Roman"/>
            </a:endParaRPr>
          </a:p>
        </p:txBody>
      </p:sp>
      <p:sp>
        <p:nvSpPr>
          <p:cNvPr id="207" name="PlaceHolder 2"/>
          <p:cNvSpPr>
            <a:spLocks noGrp="1"/>
          </p:cNvSpPr>
          <p:nvPr>
            <p:ph type="sldNum" idx="17"/>
          </p:nvPr>
        </p:nvSpPr>
        <p:spPr>
          <a:xfrm>
            <a:off x="8610480" y="6356520"/>
            <a:ext cx="2741400" cy="363240"/>
          </a:xfrm>
          <a:prstGeom prst="rect">
            <a:avLst/>
          </a:prstGeom>
          <a:noFill/>
          <a:ln w="0">
            <a:noFill/>
          </a:ln>
        </p:spPr>
        <p:txBody>
          <a:bodyPr lIns="90000" tIns="45000" rIns="90000" bIns="45000" anchor="ctr">
            <a:noAutofit/>
          </a:bodyPr>
          <a:lstStyle>
            <a:lvl1pPr algn="r">
              <a:lnSpc>
                <a:spcPct val="100000"/>
              </a:lnSpc>
              <a:buNone/>
              <a:defRPr lang="en-US" sz="2000" b="0" strike="noStrike" spc="-1">
                <a:solidFill>
                  <a:srgbClr val="FEFFFF"/>
                </a:solidFill>
                <a:latin typeface="Century Gothic"/>
                <a:ea typeface="DejaVu Sans"/>
              </a:defRPr>
            </a:lvl1pPr>
          </a:lstStyle>
          <a:p>
            <a:pPr algn="r">
              <a:lnSpc>
                <a:spcPct val="100000"/>
              </a:lnSpc>
              <a:buNone/>
            </a:pPr>
            <a:fld id="{309C751D-93AC-45BE-9208-4F20AD4B4BF8}" type="slidenum">
              <a:rPr lang="en-US" sz="2000" b="0" strike="noStrike" spc="-1">
                <a:solidFill>
                  <a:srgbClr val="FEFFFF"/>
                </a:solidFill>
                <a:latin typeface="Century Gothic"/>
                <a:ea typeface="DejaVu Sans"/>
              </a:rPr>
              <a:t>‹#›</a:t>
            </a:fld>
            <a:endParaRPr lang="en-US" sz="2000" b="0" strike="noStrike" spc="-1">
              <a:latin typeface="Times New Roman"/>
            </a:endParaRPr>
          </a:p>
        </p:txBody>
      </p:sp>
      <p:sp>
        <p:nvSpPr>
          <p:cNvPr id="208" name="PlaceHolder 3"/>
          <p:cNvSpPr>
            <a:spLocks noGrp="1"/>
          </p:cNvSpPr>
          <p:nvPr>
            <p:ph type="dt" idx="18"/>
          </p:nvPr>
        </p:nvSpPr>
        <p:spPr>
          <a:xfrm>
            <a:off x="838080" y="6356520"/>
            <a:ext cx="2741400" cy="363240"/>
          </a:xfrm>
          <a:prstGeom prst="rect">
            <a:avLst/>
          </a:prstGeom>
          <a:noFill/>
          <a:ln w="0">
            <a:noFill/>
          </a:ln>
        </p:spPr>
        <p:txBody>
          <a:bodyPr lIns="90000" tIns="45000" rIns="90000" bIns="45000" anchor="ctr">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209"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210"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electronicsmind.com/boost-converter/#google_vignette"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p:cNvSpPr>
          <p:nvPr>
            <p:ph type="sldNum" idx="22"/>
          </p:nvPr>
        </p:nvSpPr>
        <p:spPr>
          <a:xfrm>
            <a:off x="8610480" y="6356520"/>
            <a:ext cx="2741400" cy="363240"/>
          </a:xfrm>
          <a:prstGeom prst="rect">
            <a:avLst/>
          </a:prstGeom>
          <a:noFill/>
          <a:ln w="0">
            <a:noFill/>
          </a:ln>
        </p:spPr>
        <p:txBody>
          <a:bodyPr lIns="90000" tIns="45000" rIns="90000" bIns="45000" anchor="ctr">
            <a:noAutofit/>
          </a:bodyPr>
          <a:lstStyle>
            <a:lvl1pPr algn="r">
              <a:lnSpc>
                <a:spcPct val="100000"/>
              </a:lnSpc>
              <a:buNone/>
              <a:defRPr lang="en-US" sz="2000" b="0" strike="noStrike" spc="-1">
                <a:solidFill>
                  <a:srgbClr val="FEFFFF"/>
                </a:solidFill>
                <a:latin typeface="Century Gothic"/>
                <a:ea typeface="DejaVu Sans"/>
              </a:defRPr>
            </a:lvl1pPr>
          </a:lstStyle>
          <a:p>
            <a:pPr algn="r">
              <a:lnSpc>
                <a:spcPct val="100000"/>
              </a:lnSpc>
              <a:buNone/>
            </a:pPr>
            <a:fld id="{8C8F42F1-E46C-4A75-825A-83EEC7FA6E3E}" type="slidenum">
              <a:rPr lang="en-US" sz="2000" b="0" strike="noStrike" spc="-1">
                <a:solidFill>
                  <a:srgbClr val="FEFFFF"/>
                </a:solidFill>
                <a:latin typeface="Century Gothic"/>
                <a:ea typeface="DejaVu Sans"/>
              </a:rPr>
              <a:t>1</a:t>
            </a:fld>
            <a:endParaRPr lang="en-US" sz="2000" b="0" strike="noStrike" spc="-1">
              <a:latin typeface="Times New Roman"/>
            </a:endParaRPr>
          </a:p>
        </p:txBody>
      </p:sp>
      <p:sp>
        <p:nvSpPr>
          <p:cNvPr id="254" name="PlaceHolder 2"/>
          <p:cNvSpPr/>
          <p:nvPr/>
        </p:nvSpPr>
        <p:spPr>
          <a:xfrm>
            <a:off x="1861531" y="3755136"/>
            <a:ext cx="8913240" cy="23637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28600" indent="-228600" algn="ctr">
              <a:lnSpc>
                <a:spcPct val="100000"/>
              </a:lnSpc>
              <a:spcBef>
                <a:spcPts val="1001"/>
              </a:spcBef>
              <a:buNone/>
              <a:tabLst>
                <a:tab pos="0" algn="l"/>
              </a:tabLst>
            </a:pPr>
            <a:endParaRPr lang="en-US" sz="2200" b="0" strike="noStrike" spc="-1" dirty="0">
              <a:latin typeface="Arial"/>
            </a:endParaRPr>
          </a:p>
          <a:p>
            <a:pPr marL="228600" indent="-228600" algn="ctr">
              <a:lnSpc>
                <a:spcPct val="100000"/>
              </a:lnSpc>
              <a:spcBef>
                <a:spcPts val="1001"/>
              </a:spcBef>
              <a:buNone/>
              <a:tabLst>
                <a:tab pos="0" algn="l"/>
              </a:tabLst>
            </a:pPr>
            <a:r>
              <a:rPr lang="en-US" sz="2800" b="1" strike="noStrike" spc="-1" dirty="0" smtClean="0">
                <a:solidFill>
                  <a:srgbClr val="0D0D0D"/>
                </a:solidFill>
                <a:latin typeface="Times New Roman"/>
                <a:ea typeface="DejaVu Sans"/>
              </a:rPr>
              <a:t>Instructor: </a:t>
            </a:r>
            <a:r>
              <a:rPr lang="en-US" sz="2800" strike="noStrike" spc="-1" dirty="0" smtClean="0">
                <a:solidFill>
                  <a:srgbClr val="0D0D0D"/>
                </a:solidFill>
                <a:latin typeface="Times New Roman"/>
                <a:ea typeface="DejaVu Sans"/>
              </a:rPr>
              <a:t>Mam </a:t>
            </a:r>
            <a:r>
              <a:rPr lang="en-US" sz="2800" strike="noStrike" spc="-1" dirty="0" err="1" smtClean="0">
                <a:solidFill>
                  <a:srgbClr val="0D0D0D"/>
                </a:solidFill>
                <a:latin typeface="Times New Roman"/>
                <a:ea typeface="DejaVu Sans"/>
              </a:rPr>
              <a:t>Zulikha</a:t>
            </a:r>
            <a:r>
              <a:rPr lang="en-US" sz="2800" strike="noStrike" spc="-1" dirty="0" smtClean="0">
                <a:solidFill>
                  <a:srgbClr val="0D0D0D"/>
                </a:solidFill>
                <a:latin typeface="Times New Roman"/>
                <a:ea typeface="DejaVu Sans"/>
              </a:rPr>
              <a:t> </a:t>
            </a:r>
            <a:r>
              <a:rPr lang="en-US" sz="2800" strike="noStrike" spc="-1" dirty="0" err="1" smtClean="0">
                <a:solidFill>
                  <a:srgbClr val="0D0D0D"/>
                </a:solidFill>
                <a:latin typeface="Times New Roman"/>
                <a:ea typeface="DejaVu Sans"/>
              </a:rPr>
              <a:t>Kiran</a:t>
            </a:r>
            <a:endParaRPr lang="en-US" sz="2800" strike="noStrike" spc="-1" dirty="0">
              <a:latin typeface="Arial"/>
            </a:endParaRPr>
          </a:p>
          <a:p>
            <a:pPr marL="228600" indent="-228600" algn="ctr">
              <a:lnSpc>
                <a:spcPct val="100000"/>
              </a:lnSpc>
              <a:spcBef>
                <a:spcPts val="1001"/>
              </a:spcBef>
              <a:buNone/>
              <a:tabLst>
                <a:tab pos="0" algn="l"/>
              </a:tabLst>
            </a:pPr>
            <a:r>
              <a:rPr lang="en-US" sz="2800" b="1" strike="noStrike" spc="-1" dirty="0" err="1" smtClean="0">
                <a:solidFill>
                  <a:srgbClr val="0D0D0D"/>
                </a:solidFill>
                <a:latin typeface="Times New Roman"/>
                <a:ea typeface="DejaVu Sans"/>
              </a:rPr>
              <a:t>Namal</a:t>
            </a:r>
            <a:r>
              <a:rPr lang="en-US" sz="2800" b="1" strike="noStrike" spc="-1" dirty="0" smtClean="0">
                <a:solidFill>
                  <a:srgbClr val="0D0D0D"/>
                </a:solidFill>
                <a:latin typeface="Times New Roman"/>
                <a:ea typeface="DejaVu Sans"/>
              </a:rPr>
              <a:t> </a:t>
            </a:r>
            <a:r>
              <a:rPr lang="en-US" sz="2800" b="1" strike="noStrike" spc="-1" dirty="0">
                <a:solidFill>
                  <a:srgbClr val="0D0D0D"/>
                </a:solidFill>
                <a:latin typeface="Times New Roman"/>
                <a:ea typeface="DejaVu Sans"/>
              </a:rPr>
              <a:t>University, </a:t>
            </a:r>
            <a:r>
              <a:rPr lang="en-US" sz="2800" b="1" strike="noStrike" spc="-1" dirty="0" err="1">
                <a:solidFill>
                  <a:srgbClr val="0D0D0D"/>
                </a:solidFill>
                <a:latin typeface="Times New Roman"/>
                <a:ea typeface="DejaVu Sans"/>
              </a:rPr>
              <a:t>Mianwali</a:t>
            </a:r>
            <a:endParaRPr lang="en-US" sz="2800" b="1" strike="noStrike" spc="-1" dirty="0">
              <a:latin typeface="Arial"/>
            </a:endParaRPr>
          </a:p>
        </p:txBody>
      </p:sp>
      <p:pic>
        <p:nvPicPr>
          <p:cNvPr id="255" name="Picture 3"/>
          <p:cNvPicPr/>
          <p:nvPr/>
        </p:nvPicPr>
        <p:blipFill>
          <a:blip r:embed="rId2"/>
          <a:stretch/>
        </p:blipFill>
        <p:spPr>
          <a:xfrm>
            <a:off x="285840" y="170280"/>
            <a:ext cx="1564560" cy="1469880"/>
          </a:xfrm>
          <a:prstGeom prst="rect">
            <a:avLst/>
          </a:prstGeom>
          <a:ln w="0">
            <a:noFill/>
          </a:ln>
        </p:spPr>
      </p:pic>
      <p:sp>
        <p:nvSpPr>
          <p:cNvPr id="257" name="TextBox 7"/>
          <p:cNvSpPr/>
          <p:nvPr/>
        </p:nvSpPr>
        <p:spPr>
          <a:xfrm>
            <a:off x="11310480" y="6231960"/>
            <a:ext cx="53280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dirty="0">
                <a:solidFill>
                  <a:srgbClr val="000000"/>
                </a:solidFill>
                <a:latin typeface="Times New Roman"/>
                <a:ea typeface="DejaVu Sans"/>
              </a:rPr>
              <a:t>1</a:t>
            </a:r>
            <a:endParaRPr lang="en-US" sz="1800" b="0" strike="noStrike" spc="-1" dirty="0">
              <a:latin typeface="Arial"/>
            </a:endParaRPr>
          </a:p>
        </p:txBody>
      </p:sp>
      <p:sp>
        <p:nvSpPr>
          <p:cNvPr id="5" name="TextBox 4">
            <a:extLst>
              <a:ext uri="{FF2B5EF4-FFF2-40B4-BE49-F238E27FC236}">
                <a16:creationId xmlns:a16="http://schemas.microsoft.com/office/drawing/2014/main" xmlns="" id="{43FF830C-2BF5-8F69-1C16-F93178EF4751}"/>
              </a:ext>
            </a:extLst>
          </p:cNvPr>
          <p:cNvSpPr txBox="1"/>
          <p:nvPr/>
        </p:nvSpPr>
        <p:spPr>
          <a:xfrm>
            <a:off x="4071253" y="1521238"/>
            <a:ext cx="5188859" cy="461665"/>
          </a:xfrm>
          <a:prstGeom prst="rect">
            <a:avLst/>
          </a:prstGeom>
          <a:noFill/>
        </p:spPr>
        <p:txBody>
          <a:bodyPr wrap="square" rtlCol="0">
            <a:spAutoFit/>
          </a:bodyPr>
          <a:lstStyle/>
          <a:p>
            <a:r>
              <a:rPr lang="en-US" sz="2000" b="1" dirty="0"/>
              <a:t> </a:t>
            </a:r>
            <a:r>
              <a:rPr lang="en-US" sz="2000" b="1" dirty="0" smtClean="0"/>
              <a:t>         </a:t>
            </a:r>
            <a:r>
              <a:rPr lang="en-US" sz="2400" b="1" dirty="0" smtClean="0">
                <a:latin typeface="Times New Roman" pitchFamily="18" charset="0"/>
                <a:cs typeface="Times New Roman" pitchFamily="18" charset="0"/>
              </a:rPr>
              <a:t>Electronic Devices and Circuit</a:t>
            </a:r>
            <a:endParaRPr lang="en-US" sz="2000" b="1" dirty="0">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xmlns="" id="{2C5940D3-6B3D-C09F-4C9A-56128F0D0611}"/>
              </a:ext>
            </a:extLst>
          </p:cNvPr>
          <p:cNvSpPr txBox="1"/>
          <p:nvPr/>
        </p:nvSpPr>
        <p:spPr>
          <a:xfrm>
            <a:off x="2525485" y="659464"/>
            <a:ext cx="8554063" cy="861774"/>
          </a:xfrm>
          <a:prstGeom prst="rect">
            <a:avLst/>
          </a:prstGeom>
          <a:noFill/>
        </p:spPr>
        <p:txBody>
          <a:bodyPr wrap="square" rtlCol="0">
            <a:spAutoFit/>
          </a:bodyPr>
          <a:lstStyle/>
          <a:p>
            <a:r>
              <a:rPr lang="en-US" sz="3200" b="1" dirty="0" smtClean="0">
                <a:solidFill>
                  <a:schemeClr val="accent4">
                    <a:lumMod val="10000"/>
                  </a:schemeClr>
                </a:solidFill>
                <a:latin typeface="Times New Roman" panose="02020603050405020304" pitchFamily="18" charset="0"/>
                <a:cs typeface="Times New Roman" panose="02020603050405020304" pitchFamily="18" charset="0"/>
              </a:rPr>
              <a:t> BOOST CONVERTER USING MOSFET</a:t>
            </a:r>
            <a:endParaRPr lang="en-US" sz="3200" b="1" dirty="0">
              <a:solidFill>
                <a:schemeClr val="accent4">
                  <a:lumMod val="10000"/>
                </a:schemeClr>
              </a:solidFill>
              <a:latin typeface="Times New Roman" panose="02020603050405020304" pitchFamily="18" charset="0"/>
              <a:cs typeface="Times New Roman" panose="02020603050405020304" pitchFamily="18" charset="0"/>
            </a:endParaRPr>
          </a:p>
          <a:p>
            <a:endParaRPr lang="en-US" dirty="0"/>
          </a:p>
        </p:txBody>
      </p:sp>
      <p:sp>
        <p:nvSpPr>
          <p:cNvPr id="2" name="Rectangle: Rounded Corners 1">
            <a:extLst>
              <a:ext uri="{FF2B5EF4-FFF2-40B4-BE49-F238E27FC236}">
                <a16:creationId xmlns:a16="http://schemas.microsoft.com/office/drawing/2014/main" xmlns="" id="{7344C34F-41AD-9B1D-6E59-A6773CC3B506}"/>
              </a:ext>
            </a:extLst>
          </p:cNvPr>
          <p:cNvSpPr/>
          <p:nvPr/>
        </p:nvSpPr>
        <p:spPr>
          <a:xfrm>
            <a:off x="2825143" y="2117051"/>
            <a:ext cx="6986016" cy="1934321"/>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lgn="ctr">
              <a:lnSpc>
                <a:spcPct val="100000"/>
              </a:lnSpc>
              <a:spcBef>
                <a:spcPts val="1001"/>
              </a:spcBef>
              <a:buNone/>
              <a:tabLst>
                <a:tab pos="0" algn="l"/>
              </a:tabLst>
            </a:pPr>
            <a:r>
              <a:rPr lang="en-US" sz="2800" strike="noStrike" spc="-1" dirty="0" smtClean="0">
                <a:solidFill>
                  <a:srgbClr val="0D0D0D"/>
                </a:solidFill>
                <a:latin typeface="Times New Roman"/>
                <a:ea typeface="DejaVu Sans"/>
              </a:rPr>
              <a:t>Presenter:</a:t>
            </a:r>
            <a:endParaRPr lang="en-US" sz="2800" strike="noStrike" spc="-1" dirty="0">
              <a:solidFill>
                <a:srgbClr val="0D0D0D"/>
              </a:solidFill>
              <a:latin typeface="Arial"/>
              <a:ea typeface="DejaVu Sans"/>
            </a:endParaRPr>
          </a:p>
          <a:p>
            <a:pPr algn="ctr">
              <a:lnSpc>
                <a:spcPct val="100000"/>
              </a:lnSpc>
              <a:spcBef>
                <a:spcPts val="1001"/>
              </a:spcBef>
              <a:tabLst>
                <a:tab pos="0" algn="l"/>
              </a:tabLst>
            </a:pPr>
            <a:r>
              <a:rPr lang="en-US" sz="2800" strike="noStrike" spc="-1" dirty="0">
                <a:solidFill>
                  <a:srgbClr val="0D0D0D"/>
                </a:solidFill>
                <a:latin typeface="Times New Roman" panose="02020603050405020304" pitchFamily="18" charset="0"/>
                <a:ea typeface="DejaVu Sans"/>
                <a:cs typeface="Times New Roman" panose="02020603050405020304" pitchFamily="18" charset="0"/>
              </a:rPr>
              <a:t>Ahtisham </a:t>
            </a:r>
            <a:r>
              <a:rPr lang="en-US" sz="2800" strike="noStrike" spc="-1" dirty="0" err="1">
                <a:solidFill>
                  <a:srgbClr val="0D0D0D"/>
                </a:solidFill>
                <a:latin typeface="Times New Roman" panose="02020603050405020304" pitchFamily="18" charset="0"/>
                <a:ea typeface="DejaVu Sans"/>
                <a:cs typeface="Times New Roman" panose="02020603050405020304" pitchFamily="18" charset="0"/>
              </a:rPr>
              <a:t>Saleem</a:t>
            </a:r>
            <a:r>
              <a:rPr lang="en-US" sz="2800" strike="noStrike" spc="-1" dirty="0">
                <a:solidFill>
                  <a:srgbClr val="0D0D0D"/>
                </a:solidFill>
                <a:latin typeface="Times New Roman" panose="02020603050405020304" pitchFamily="18" charset="0"/>
                <a:ea typeface="DejaVu Sans"/>
                <a:cs typeface="Times New Roman" panose="02020603050405020304" pitchFamily="18" charset="0"/>
              </a:rPr>
              <a:t> </a:t>
            </a:r>
            <a:r>
              <a:rPr lang="en-US" sz="2800" strike="noStrike" spc="-1" dirty="0">
                <a:solidFill>
                  <a:srgbClr val="0D0D0D"/>
                </a:solidFill>
                <a:latin typeface="Times New Roman"/>
                <a:ea typeface="DejaVu Sans"/>
              </a:rPr>
              <a:t>        </a:t>
            </a:r>
            <a:endParaRPr lang="en-US" sz="2800" strike="noStrike" spc="-1" dirty="0" smtClean="0">
              <a:solidFill>
                <a:srgbClr val="0D0D0D"/>
              </a:solidFill>
              <a:latin typeface="Times New Roman"/>
              <a:ea typeface="DejaVu Sans"/>
            </a:endParaRPr>
          </a:p>
          <a:p>
            <a:pPr algn="ctr">
              <a:lnSpc>
                <a:spcPct val="100000"/>
              </a:lnSpc>
              <a:spcBef>
                <a:spcPts val="1001"/>
              </a:spcBef>
              <a:tabLst>
                <a:tab pos="0" algn="l"/>
              </a:tabLst>
            </a:pPr>
            <a:r>
              <a:rPr lang="en-US" sz="2800" strike="noStrike" spc="-1" dirty="0" smtClean="0">
                <a:solidFill>
                  <a:srgbClr val="0D0D0D"/>
                </a:solidFill>
                <a:latin typeface="Times New Roman"/>
                <a:ea typeface="DejaVu Sans"/>
              </a:rPr>
              <a:t>(</a:t>
            </a:r>
            <a:r>
              <a:rPr lang="en-US" sz="2800" strike="noStrike" spc="-1" dirty="0">
                <a:solidFill>
                  <a:srgbClr val="0D0D0D"/>
                </a:solidFill>
                <a:latin typeface="Times New Roman"/>
                <a:ea typeface="DejaVu Sans"/>
              </a:rPr>
              <a:t>NIM-BSEE-2021-19)</a:t>
            </a:r>
            <a:endParaRPr lang="en-US" sz="2800" strike="noStrike" spc="-1" dirty="0">
              <a:latin typeface="Arial"/>
            </a:endParaRPr>
          </a:p>
          <a:p>
            <a:pPr algn="ctr"/>
            <a:endParaRPr lang="en-US" sz="2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p:blipFill>
        <p:spPr>
          <a:xfrm>
            <a:off x="285840" y="170280"/>
            <a:ext cx="1564560" cy="1469880"/>
          </a:xfrm>
          <a:prstGeom prst="rect">
            <a:avLst/>
          </a:prstGeom>
          <a:ln w="0">
            <a:noFill/>
          </a:ln>
        </p:spPr>
      </p:pic>
      <p:sp>
        <p:nvSpPr>
          <p:cNvPr id="5" name="TextBox 7"/>
          <p:cNvSpPr/>
          <p:nvPr/>
        </p:nvSpPr>
        <p:spPr>
          <a:xfrm>
            <a:off x="11310480" y="6231960"/>
            <a:ext cx="53280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dirty="0">
                <a:solidFill>
                  <a:srgbClr val="000000"/>
                </a:solidFill>
                <a:latin typeface="Times New Roman"/>
                <a:ea typeface="DejaVu Sans"/>
              </a:rPr>
              <a:t>2</a:t>
            </a:r>
            <a:endParaRPr lang="en-US" sz="1800" b="0" strike="noStrike" spc="-1" dirty="0">
              <a:latin typeface="Arial"/>
            </a:endParaRPr>
          </a:p>
        </p:txBody>
      </p:sp>
      <p:sp>
        <p:nvSpPr>
          <p:cNvPr id="10" name="TextBox 9">
            <a:extLst>
              <a:ext uri="{FF2B5EF4-FFF2-40B4-BE49-F238E27FC236}">
                <a16:creationId xmlns:a16="http://schemas.microsoft.com/office/drawing/2014/main" xmlns="" id="{AA3CABDF-3FF4-C23C-BA78-0F38EF664D2A}"/>
              </a:ext>
            </a:extLst>
          </p:cNvPr>
          <p:cNvSpPr txBox="1"/>
          <p:nvPr/>
        </p:nvSpPr>
        <p:spPr>
          <a:xfrm>
            <a:off x="1961534" y="1743480"/>
            <a:ext cx="9348945" cy="4893647"/>
          </a:xfrm>
          <a:prstGeom prst="rect">
            <a:avLst/>
          </a:prstGeom>
          <a:noFill/>
        </p:spPr>
        <p:txBody>
          <a:bodyPr wrap="square" rtlCol="0">
            <a:spAutoFit/>
          </a:bodyPr>
          <a:lstStyle/>
          <a:p>
            <a:pPr marL="285750" indent="-285750">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Introduction</a:t>
            </a: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Circuit Diagram</a:t>
            </a:r>
          </a:p>
          <a:p>
            <a:pPr marL="285750" indent="-28575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Working of boost converter</a:t>
            </a: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Simulation Results</a:t>
            </a:r>
          </a:p>
          <a:p>
            <a:pPr marL="285750" indent="-28575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Calculations</a:t>
            </a: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References</a:t>
            </a: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2" name="Rectangle: Rounded Corners 1">
            <a:extLst>
              <a:ext uri="{FF2B5EF4-FFF2-40B4-BE49-F238E27FC236}">
                <a16:creationId xmlns:a16="http://schemas.microsoft.com/office/drawing/2014/main" xmlns="" id="{499B515E-C513-9730-8616-56729CEBF9BB}"/>
              </a:ext>
            </a:extLst>
          </p:cNvPr>
          <p:cNvSpPr/>
          <p:nvPr/>
        </p:nvSpPr>
        <p:spPr>
          <a:xfrm>
            <a:off x="1961535" y="442452"/>
            <a:ext cx="7365345" cy="97594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 sz="4000" b="1" dirty="0">
                <a:solidFill>
                  <a:schemeClr val="tx1"/>
                </a:solidFill>
                <a:latin typeface="Times New Roman" panose="02020603050405020304" pitchFamily="18" charset="0"/>
                <a:cs typeface="Times New Roman" panose="02020603050405020304" pitchFamily="18" charset="0"/>
              </a:rPr>
              <a:t>Table of Content</a:t>
            </a:r>
            <a:endParaRPr lang="en-US" sz="4000" dirty="0">
              <a:solidFill>
                <a:schemeClr val="tx1"/>
              </a:solidFill>
            </a:endParaRPr>
          </a:p>
        </p:txBody>
      </p:sp>
    </p:spTree>
    <p:extLst>
      <p:ext uri="{BB962C8B-B14F-4D97-AF65-F5344CB8AC3E}">
        <p14:creationId xmlns:p14="http://schemas.microsoft.com/office/powerpoint/2010/main" val="21217901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p:nvPr/>
        </p:nvPicPr>
        <p:blipFill>
          <a:blip r:embed="rId3"/>
          <a:stretch/>
        </p:blipFill>
        <p:spPr>
          <a:xfrm>
            <a:off x="285840" y="142288"/>
            <a:ext cx="1564560" cy="1469880"/>
          </a:xfrm>
          <a:prstGeom prst="rect">
            <a:avLst/>
          </a:prstGeom>
          <a:ln w="0">
            <a:noFill/>
          </a:ln>
        </p:spPr>
      </p:pic>
      <p:sp>
        <p:nvSpPr>
          <p:cNvPr id="16" name="TextBox 7"/>
          <p:cNvSpPr/>
          <p:nvPr/>
        </p:nvSpPr>
        <p:spPr>
          <a:xfrm>
            <a:off x="11310480" y="6231960"/>
            <a:ext cx="53280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b="1" spc="-1" dirty="0">
                <a:solidFill>
                  <a:srgbClr val="000000"/>
                </a:solidFill>
                <a:latin typeface="Times New Roman"/>
              </a:rPr>
              <a:t>3</a:t>
            </a:r>
            <a:endParaRPr lang="en-US" sz="1800" b="0" strike="noStrike" spc="-1" dirty="0">
              <a:latin typeface="Arial"/>
            </a:endParaRPr>
          </a:p>
        </p:txBody>
      </p:sp>
      <p:sp>
        <p:nvSpPr>
          <p:cNvPr id="4" name="TextBox 3">
            <a:extLst>
              <a:ext uri="{FF2B5EF4-FFF2-40B4-BE49-F238E27FC236}">
                <a16:creationId xmlns:a16="http://schemas.microsoft.com/office/drawing/2014/main" xmlns="" id="{B0AF6958-9319-E399-EAF1-EF95D2B1E086}"/>
              </a:ext>
            </a:extLst>
          </p:cNvPr>
          <p:cNvSpPr txBox="1"/>
          <p:nvPr/>
        </p:nvSpPr>
        <p:spPr>
          <a:xfrm>
            <a:off x="1135626" y="1887794"/>
            <a:ext cx="10353368" cy="5262979"/>
          </a:xfrm>
          <a:prstGeom prst="rect">
            <a:avLst/>
          </a:prstGeom>
          <a:noFill/>
        </p:spPr>
        <p:txBody>
          <a:bodyPr wrap="square" rtlCol="0">
            <a:spAutoFit/>
          </a:bodyPr>
          <a:lstStyle/>
          <a:p>
            <a:pPr marL="285750" indent="-285750">
              <a:buFont typeface="Arial" panose="020B0604020202020204" pitchFamily="34" charset="0"/>
              <a:buChar char="•"/>
            </a:pPr>
            <a:r>
              <a:rPr lang="en-US" sz="2800" dirty="0">
                <a:solidFill>
                  <a:srgbClr val="1A1A1A"/>
                </a:solidFill>
                <a:latin typeface="Times New Roman" pitchFamily="18" charset="0"/>
                <a:cs typeface="Times New Roman" pitchFamily="18" charset="0"/>
              </a:rPr>
              <a:t>The Boost Converter is the Electronic device that uses a MOSFET (IRFZ44N MOSFET in </a:t>
            </a:r>
            <a:r>
              <a:rPr lang="en-US" sz="2800" dirty="0" smtClean="0">
                <a:solidFill>
                  <a:srgbClr val="1A1A1A"/>
                </a:solidFill>
                <a:latin typeface="Times New Roman" pitchFamily="18" charset="0"/>
                <a:cs typeface="Times New Roman" pitchFamily="18" charset="0"/>
              </a:rPr>
              <a:t>my case</a:t>
            </a:r>
            <a:r>
              <a:rPr lang="en-US" sz="2800" dirty="0">
                <a:solidFill>
                  <a:srgbClr val="1A1A1A"/>
                </a:solidFill>
                <a:latin typeface="Times New Roman" pitchFamily="18" charset="0"/>
                <a:cs typeface="Times New Roman" pitchFamily="18" charset="0"/>
              </a:rPr>
              <a:t>) to convert its Low input DC Power into High output DC </a:t>
            </a:r>
            <a:r>
              <a:rPr lang="en-US" sz="2800" dirty="0" smtClean="0">
                <a:solidFill>
                  <a:srgbClr val="1A1A1A"/>
                </a:solidFill>
                <a:latin typeface="Times New Roman" pitchFamily="18" charset="0"/>
                <a:cs typeface="Times New Roman" pitchFamily="18" charset="0"/>
              </a:rPr>
              <a:t>power</a:t>
            </a:r>
            <a:r>
              <a:rPr lang="en-US" sz="2800" i="1" dirty="0" smtClean="0">
                <a:solidFill>
                  <a:srgbClr val="1A1A1A"/>
                </a:solidFill>
                <a:latin typeface="Times New Roman" pitchFamily="18" charset="0"/>
                <a:cs typeface="Times New Roman" pitchFamily="18" charset="0"/>
              </a:rPr>
              <a:t>.</a:t>
            </a:r>
          </a:p>
          <a:p>
            <a:pPr marL="285750" lvl="0" indent="-285750">
              <a:buFont typeface="Arial" panose="020B0604020202020204" pitchFamily="34" charset="0"/>
              <a:buChar char="•"/>
            </a:pPr>
            <a:r>
              <a:rPr lang="en-US" sz="2800" dirty="0">
                <a:latin typeface="Times New Roman" pitchFamily="18" charset="0"/>
                <a:cs typeface="Times New Roman" pitchFamily="18" charset="0"/>
              </a:rPr>
              <a:t>The Boost Converter is a switched-mode power supply and this consist of at least two semi-conductor device and minimum one energy storage </a:t>
            </a:r>
            <a:r>
              <a:rPr lang="en-US" sz="2800" dirty="0" smtClean="0">
                <a:latin typeface="Times New Roman" pitchFamily="18" charset="0"/>
                <a:cs typeface="Times New Roman" pitchFamily="18" charset="0"/>
              </a:rPr>
              <a:t>element</a:t>
            </a:r>
            <a:r>
              <a:rPr lang="en-US" sz="2800" b="1" dirty="0" smtClean="0"/>
              <a:t>.</a:t>
            </a:r>
          </a:p>
          <a:p>
            <a:pPr marL="285750" lvl="0" indent="-285750">
              <a:buFont typeface="Arial" panose="020B0604020202020204" pitchFamily="34" charset="0"/>
              <a:buChar char="•"/>
            </a:pPr>
            <a:r>
              <a:rPr lang="en-US" sz="2800" dirty="0" smtClean="0">
                <a:latin typeface="Times New Roman" pitchFamily="18" charset="0"/>
                <a:cs typeface="Times New Roman" pitchFamily="18" charset="0"/>
              </a:rPr>
              <a:t>In </a:t>
            </a:r>
            <a:r>
              <a:rPr lang="en-US" sz="2800" dirty="0">
                <a:latin typeface="Times New Roman" pitchFamily="18" charset="0"/>
                <a:cs typeface="Times New Roman" pitchFamily="18" charset="0"/>
              </a:rPr>
              <a:t>many domestic and industrial applications, there is a requirement for conversion of DC voltage source to different levels. Thus there is a need for a dc-to-dc converter that converts a fixed-voltage dc source into a variable-voltage dc source.</a:t>
            </a:r>
          </a:p>
          <a:p>
            <a:pPr marL="285750" lvl="0" indent="-285750">
              <a:buFont typeface="Arial" panose="020B0604020202020204" pitchFamily="34" charset="0"/>
              <a:buChar char="•"/>
            </a:pPr>
            <a:endParaRPr lang="en-US" sz="2800" b="1" dirty="0"/>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xmlns="" id="{FF53F79F-4965-D2EA-4914-55E6D05D3E2B}"/>
              </a:ext>
            </a:extLst>
          </p:cNvPr>
          <p:cNvSpPr/>
          <p:nvPr/>
        </p:nvSpPr>
        <p:spPr>
          <a:xfrm>
            <a:off x="1961535" y="442452"/>
            <a:ext cx="7365345" cy="97594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31713212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p:nvPr/>
        </p:nvPicPr>
        <p:blipFill>
          <a:blip r:embed="rId3"/>
          <a:stretch/>
        </p:blipFill>
        <p:spPr>
          <a:xfrm>
            <a:off x="285840" y="142288"/>
            <a:ext cx="1564560" cy="1469880"/>
          </a:xfrm>
          <a:prstGeom prst="rect">
            <a:avLst/>
          </a:prstGeom>
          <a:ln w="0">
            <a:noFill/>
          </a:ln>
        </p:spPr>
      </p:pic>
      <p:sp>
        <p:nvSpPr>
          <p:cNvPr id="16" name="TextBox 7"/>
          <p:cNvSpPr/>
          <p:nvPr/>
        </p:nvSpPr>
        <p:spPr>
          <a:xfrm>
            <a:off x="11310480" y="6231960"/>
            <a:ext cx="53280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b="1" spc="-1" dirty="0">
                <a:solidFill>
                  <a:srgbClr val="000000"/>
                </a:solidFill>
                <a:latin typeface="Times New Roman"/>
              </a:rPr>
              <a:t>4</a:t>
            </a:r>
            <a:endParaRPr lang="en-US" sz="1800" b="0" strike="noStrike" spc="-1" dirty="0">
              <a:latin typeface="Arial"/>
            </a:endParaRPr>
          </a:p>
        </p:txBody>
      </p:sp>
      <p:sp>
        <p:nvSpPr>
          <p:cNvPr id="4" name="TextBox 3">
            <a:extLst>
              <a:ext uri="{FF2B5EF4-FFF2-40B4-BE49-F238E27FC236}">
                <a16:creationId xmlns:a16="http://schemas.microsoft.com/office/drawing/2014/main" xmlns="" id="{B0AF6958-9319-E399-EAF1-EF95D2B1E086}"/>
              </a:ext>
            </a:extLst>
          </p:cNvPr>
          <p:cNvSpPr txBox="1"/>
          <p:nvPr/>
        </p:nvSpPr>
        <p:spPr>
          <a:xfrm>
            <a:off x="1135626" y="1887794"/>
            <a:ext cx="10353368" cy="954107"/>
          </a:xfrm>
          <a:prstGeom prst="rect">
            <a:avLst/>
          </a:prstGeom>
          <a:noFill/>
        </p:spPr>
        <p:txBody>
          <a:bodyPr wrap="square" rtlCol="0">
            <a:spAutoFit/>
          </a:bodyPr>
          <a:lstStyle/>
          <a:p>
            <a:pPr marL="457200" indent="-457200" algn="just">
              <a:buFont typeface="Arial" panose="020B0604020202020204" pitchFamily="34" charset="0"/>
              <a:buChar char="•"/>
            </a:pPr>
            <a:endParaRPr lang="en-US" sz="2800" dirty="0">
              <a:solidFill>
                <a:schemeClr val="tx1"/>
              </a:solidFill>
              <a:latin typeface="Times New Roman" panose="02020603050405020304" pitchFamily="18" charset="0"/>
              <a:ea typeface="Roboto Condensed Light" panose="02000000000000000000" pitchFamily="2" charset="0"/>
              <a:cs typeface="Times New Roman" panose="02020603050405020304" pitchFamily="18" charset="0"/>
            </a:endParaRPr>
          </a:p>
          <a:p>
            <a:pPr marL="285750" indent="-2857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xmlns="" id="{FF53F79F-4965-D2EA-4914-55E6D05D3E2B}"/>
              </a:ext>
            </a:extLst>
          </p:cNvPr>
          <p:cNvSpPr/>
          <p:nvPr/>
        </p:nvSpPr>
        <p:spPr>
          <a:xfrm>
            <a:off x="1961535" y="442452"/>
            <a:ext cx="7365345" cy="97594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smtClean="0">
                <a:solidFill>
                  <a:schemeClr val="tx1"/>
                </a:solidFill>
                <a:latin typeface="Times New Roman" panose="02020603050405020304" pitchFamily="18" charset="0"/>
                <a:cs typeface="Times New Roman" panose="02020603050405020304" pitchFamily="18" charset="0"/>
              </a:rPr>
              <a:t>Circuit Diagram </a:t>
            </a:r>
            <a:endParaRPr lang="en-US" sz="4000" b="1" dirty="0">
              <a:solidFill>
                <a:schemeClr val="tx1"/>
              </a:solidFill>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3303" y="1612168"/>
            <a:ext cx="9925691" cy="461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5982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2"/>
          <p:cNvSpPr>
            <a:spLocks noGrp="1"/>
          </p:cNvSpPr>
          <p:nvPr>
            <p:ph type="sldNum" idx="23"/>
          </p:nvPr>
        </p:nvSpPr>
        <p:spPr>
          <a:xfrm>
            <a:off x="8610480" y="6356520"/>
            <a:ext cx="2741400" cy="363240"/>
          </a:xfrm>
          <a:prstGeom prst="rect">
            <a:avLst/>
          </a:prstGeom>
          <a:noFill/>
          <a:ln w="0">
            <a:noFill/>
          </a:ln>
        </p:spPr>
        <p:txBody>
          <a:bodyPr lIns="90000" tIns="45000" rIns="90000" bIns="45000" anchor="ctr">
            <a:noAutofit/>
          </a:bodyPr>
          <a:lstStyle>
            <a:lvl1pPr algn="r">
              <a:lnSpc>
                <a:spcPct val="100000"/>
              </a:lnSpc>
              <a:buNone/>
              <a:defRPr lang="en-US" sz="2000" b="0" strike="noStrike" spc="-1">
                <a:solidFill>
                  <a:srgbClr val="FEFFFF"/>
                </a:solidFill>
                <a:latin typeface="Times New Roman"/>
                <a:ea typeface="DejaVu Sans"/>
              </a:defRPr>
            </a:lvl1pPr>
          </a:lstStyle>
          <a:p>
            <a:pPr algn="r">
              <a:lnSpc>
                <a:spcPct val="100000"/>
              </a:lnSpc>
              <a:buNone/>
            </a:pPr>
            <a:fld id="{29F1B242-376E-495A-8652-9BB235B11FCA}" type="slidenum">
              <a:rPr lang="en-US" sz="2000" b="0" strike="noStrike" spc="-1">
                <a:solidFill>
                  <a:srgbClr val="FEFFFF"/>
                </a:solidFill>
                <a:latin typeface="Times New Roman"/>
                <a:ea typeface="DejaVu Sans"/>
              </a:rPr>
              <a:t>5</a:t>
            </a:fld>
            <a:endParaRPr lang="en-US" sz="2000" b="0" strike="noStrike" spc="-1" dirty="0">
              <a:latin typeface="Times New Roman"/>
            </a:endParaRPr>
          </a:p>
        </p:txBody>
      </p:sp>
      <p:pic>
        <p:nvPicPr>
          <p:cNvPr id="262" name="Picture 3"/>
          <p:cNvPicPr/>
          <p:nvPr/>
        </p:nvPicPr>
        <p:blipFill>
          <a:blip r:embed="rId3"/>
          <a:stretch/>
        </p:blipFill>
        <p:spPr>
          <a:xfrm>
            <a:off x="285840" y="95760"/>
            <a:ext cx="1564560" cy="1469880"/>
          </a:xfrm>
          <a:prstGeom prst="rect">
            <a:avLst/>
          </a:prstGeom>
          <a:ln w="0">
            <a:noFill/>
          </a:ln>
        </p:spPr>
      </p:pic>
      <p:sp>
        <p:nvSpPr>
          <p:cNvPr id="263" name="TextBox 5"/>
          <p:cNvSpPr/>
          <p:nvPr/>
        </p:nvSpPr>
        <p:spPr>
          <a:xfrm>
            <a:off x="11310480" y="6231960"/>
            <a:ext cx="53280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b="1" spc="-1" dirty="0">
                <a:solidFill>
                  <a:srgbClr val="000000"/>
                </a:solidFill>
                <a:latin typeface="Times New Roman"/>
              </a:rPr>
              <a:t>5</a:t>
            </a:r>
            <a:endParaRPr lang="en-US" sz="1800" b="0" strike="noStrike" spc="-1" dirty="0">
              <a:latin typeface="Arial"/>
            </a:endParaRPr>
          </a:p>
        </p:txBody>
      </p:sp>
      <p:sp>
        <p:nvSpPr>
          <p:cNvPr id="264" name="TextBox 7"/>
          <p:cNvSpPr/>
          <p:nvPr/>
        </p:nvSpPr>
        <p:spPr>
          <a:xfrm>
            <a:off x="1135626" y="1813320"/>
            <a:ext cx="10027254" cy="446130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2800" b="1" dirty="0"/>
              <a:t>Boosting Mechanism:</a:t>
            </a:r>
            <a:r>
              <a:rPr lang="en-US" sz="2800" dirty="0"/>
              <a:t> The boost converter increases the input voltage by utilizing the inductor's energy storage and release. When the switch is ON, the inductor stores energy. When the switch is OFF, this stored energy is released, boosting the output voltage.</a:t>
            </a:r>
          </a:p>
          <a:p>
            <a:r>
              <a:rPr lang="en-US" sz="2800" b="1" dirty="0"/>
              <a:t>Operation:</a:t>
            </a:r>
            <a:endParaRPr lang="en-US" sz="2800" dirty="0"/>
          </a:p>
          <a:p>
            <a:pPr marL="457200" indent="-457200">
              <a:buFont typeface="Arial" pitchFamily="34" charset="0"/>
              <a:buChar char="•"/>
            </a:pPr>
            <a:r>
              <a:rPr lang="en-US" sz="2800" b="1" dirty="0"/>
              <a:t>Switch ON:</a:t>
            </a:r>
            <a:r>
              <a:rPr lang="en-US" sz="2800" dirty="0"/>
              <a:t> Inductor stores energy, charging the capacitor.</a:t>
            </a:r>
          </a:p>
          <a:p>
            <a:pPr marL="457200" indent="-457200">
              <a:buFont typeface="Arial" pitchFamily="34" charset="0"/>
              <a:buChar char="•"/>
            </a:pPr>
            <a:r>
              <a:rPr lang="en-US" sz="2800" b="1" dirty="0"/>
              <a:t>Switch OFF:</a:t>
            </a:r>
            <a:r>
              <a:rPr lang="en-US" sz="2800" dirty="0"/>
              <a:t> Inductor releases energy, boosting output voltage and recharging the capacitor.</a:t>
            </a:r>
          </a:p>
          <a:p>
            <a:pPr marL="342900" indent="-342900">
              <a:buFont typeface="Arial" panose="020B0604020202020204" pitchFamily="34" charset="0"/>
              <a:buChar char="•"/>
            </a:pPr>
            <a:endParaRPr lang="en-US" sz="3200" b="0" i="0" dirty="0">
              <a:solidFill>
                <a:srgbClr val="212121"/>
              </a:solidFill>
              <a:effectLst/>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xmlns="" id="{6644CD05-CE26-817B-5D73-179FF17B46DF}"/>
              </a:ext>
            </a:extLst>
          </p:cNvPr>
          <p:cNvSpPr/>
          <p:nvPr/>
        </p:nvSpPr>
        <p:spPr>
          <a:xfrm>
            <a:off x="1961535" y="442452"/>
            <a:ext cx="7365345" cy="97594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smtClean="0">
                <a:solidFill>
                  <a:schemeClr val="tx1"/>
                </a:solidFill>
                <a:latin typeface="Times New Roman" panose="02020603050405020304" pitchFamily="18" charset="0"/>
                <a:cs typeface="Times New Roman" panose="02020603050405020304" pitchFamily="18" charset="0"/>
              </a:rPr>
              <a:t>Working of boost circuit</a:t>
            </a:r>
            <a:endParaRPr lang="en-US" sz="4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2"/>
          <p:cNvSpPr>
            <a:spLocks noGrp="1"/>
          </p:cNvSpPr>
          <p:nvPr>
            <p:ph type="sldNum" idx="4294967295"/>
          </p:nvPr>
        </p:nvSpPr>
        <p:spPr>
          <a:xfrm>
            <a:off x="8610480" y="6356520"/>
            <a:ext cx="2741400" cy="363240"/>
          </a:xfrm>
          <a:prstGeom prst="rect">
            <a:avLst/>
          </a:prstGeom>
          <a:noFill/>
          <a:ln w="0">
            <a:noFill/>
          </a:ln>
        </p:spPr>
        <p:txBody>
          <a:bodyPr lIns="90000" tIns="45000" rIns="90000" bIns="45000" anchor="ctr">
            <a:noAutofit/>
          </a:bodyPr>
          <a:lstStyle>
            <a:lvl1pPr algn="r">
              <a:lnSpc>
                <a:spcPct val="100000"/>
              </a:lnSpc>
              <a:buNone/>
              <a:defRPr lang="en-US" sz="2000" b="0" strike="noStrike" spc="-1">
                <a:solidFill>
                  <a:srgbClr val="FEFFFF"/>
                </a:solidFill>
                <a:latin typeface="Times New Roman"/>
                <a:ea typeface="DejaVu Sans"/>
              </a:defRPr>
            </a:lvl1pPr>
          </a:lstStyle>
          <a:p>
            <a:pPr algn="r">
              <a:lnSpc>
                <a:spcPct val="100000"/>
              </a:lnSpc>
              <a:buNone/>
            </a:pPr>
            <a:fld id="{29F1B242-376E-495A-8652-9BB235B11FCA}" type="slidenum">
              <a:rPr lang="en-US" sz="2000" b="0" strike="noStrike" spc="-1">
                <a:solidFill>
                  <a:srgbClr val="FEFFFF"/>
                </a:solidFill>
                <a:latin typeface="Times New Roman"/>
                <a:ea typeface="DejaVu Sans"/>
              </a:rPr>
              <a:t>6</a:t>
            </a:fld>
            <a:endParaRPr lang="en-US" sz="2000" b="0" strike="noStrike" spc="-1" dirty="0">
              <a:latin typeface="Times New Roman"/>
            </a:endParaRPr>
          </a:p>
        </p:txBody>
      </p:sp>
      <p:pic>
        <p:nvPicPr>
          <p:cNvPr id="262" name="Picture 3"/>
          <p:cNvPicPr/>
          <p:nvPr/>
        </p:nvPicPr>
        <p:blipFill>
          <a:blip r:embed="rId3"/>
          <a:stretch/>
        </p:blipFill>
        <p:spPr>
          <a:xfrm>
            <a:off x="285840" y="95760"/>
            <a:ext cx="1564560" cy="1469880"/>
          </a:xfrm>
          <a:prstGeom prst="rect">
            <a:avLst/>
          </a:prstGeom>
          <a:ln w="0">
            <a:noFill/>
          </a:ln>
        </p:spPr>
      </p:pic>
      <p:sp>
        <p:nvSpPr>
          <p:cNvPr id="263" name="TextBox 5"/>
          <p:cNvSpPr/>
          <p:nvPr/>
        </p:nvSpPr>
        <p:spPr>
          <a:xfrm>
            <a:off x="11310480" y="6231960"/>
            <a:ext cx="53280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b="1" spc="-1" dirty="0">
                <a:solidFill>
                  <a:srgbClr val="000000"/>
                </a:solidFill>
                <a:latin typeface="Times New Roman"/>
              </a:rPr>
              <a:t>6</a:t>
            </a:r>
            <a:endParaRPr lang="en-US" sz="1800" b="0" strike="noStrike" spc="-1" dirty="0">
              <a:latin typeface="Arial"/>
            </a:endParaRPr>
          </a:p>
        </p:txBody>
      </p:sp>
      <p:sp>
        <p:nvSpPr>
          <p:cNvPr id="264" name="TextBox 7"/>
          <p:cNvSpPr/>
          <p:nvPr/>
        </p:nvSpPr>
        <p:spPr>
          <a:xfrm>
            <a:off x="285840" y="1813320"/>
            <a:ext cx="6270172" cy="439975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2800" b="1" dirty="0" smtClean="0">
                <a:latin typeface="Times New Roman" pitchFamily="18" charset="0"/>
                <a:cs typeface="Times New Roman" pitchFamily="18" charset="0"/>
              </a:rPr>
              <a:t>1.  Duty </a:t>
            </a:r>
            <a:r>
              <a:rPr lang="en-US" sz="2800" b="1" dirty="0">
                <a:latin typeface="Times New Roman" pitchFamily="18" charset="0"/>
                <a:cs typeface="Times New Roman" pitchFamily="18" charset="0"/>
              </a:rPr>
              <a:t>Cycle</a:t>
            </a:r>
            <a:r>
              <a:rPr lang="en-US" sz="2800" b="1" dirty="0" smtClean="0">
                <a:latin typeface="Times New Roman" pitchFamily="18" charset="0"/>
                <a:cs typeface="Times New Roman" pitchFamily="18" charset="0"/>
              </a:rPr>
              <a:t>:                                     </a:t>
            </a:r>
            <a:endParaRPr lang="en-US" sz="2800" dirty="0">
              <a:latin typeface="Times New Roman" pitchFamily="18" charset="0"/>
              <a:cs typeface="Times New Roman" pitchFamily="18" charset="0"/>
            </a:endParaRPr>
          </a:p>
          <a:p>
            <a:pPr lvl="0"/>
            <a:r>
              <a:rPr lang="en-US" sz="2400" b="1" dirty="0">
                <a:latin typeface="Times New Roman" pitchFamily="18" charset="0"/>
                <a:cs typeface="Times New Roman" pitchFamily="18" charset="0"/>
              </a:rPr>
              <a:t>Formula: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Vout</a:t>
            </a:r>
            <a:r>
              <a:rPr lang="en-US" sz="2400" dirty="0">
                <a:latin typeface="Times New Roman" pitchFamily="18" charset="0"/>
                <a:cs typeface="Times New Roman" pitchFamily="18" charset="0"/>
              </a:rPr>
              <a:t> = Vin / (1 - D)</a:t>
            </a:r>
          </a:p>
          <a:p>
            <a:pPr lvl="0"/>
            <a:r>
              <a:rPr lang="en-US" sz="2400" b="1" dirty="0">
                <a:latin typeface="Times New Roman" pitchFamily="18" charset="0"/>
                <a:cs typeface="Times New Roman" pitchFamily="18" charset="0"/>
              </a:rPr>
              <a:t>Calculation:</a:t>
            </a:r>
            <a:r>
              <a:rPr lang="en-US" sz="2400" dirty="0">
                <a:latin typeface="Times New Roman" pitchFamily="18" charset="0"/>
                <a:cs typeface="Times New Roman" pitchFamily="18" charset="0"/>
              </a:rPr>
              <a:t> 1 - D = 12V / 48V</a:t>
            </a:r>
          </a:p>
          <a:p>
            <a:pPr lvl="0"/>
            <a:r>
              <a:rPr lang="en-US" sz="2400" b="1" dirty="0">
                <a:latin typeface="Times New Roman" pitchFamily="18" charset="0"/>
                <a:cs typeface="Times New Roman" pitchFamily="18" charset="0"/>
              </a:rPr>
              <a:t>Result:</a:t>
            </a:r>
            <a:r>
              <a:rPr lang="en-US" sz="2400" dirty="0">
                <a:latin typeface="Times New Roman" pitchFamily="18" charset="0"/>
                <a:cs typeface="Times New Roman" pitchFamily="18" charset="0"/>
              </a:rPr>
              <a:t> D = 0.75 (75%)</a:t>
            </a:r>
          </a:p>
          <a:p>
            <a:r>
              <a:rPr lang="en-US" sz="2400" b="0" i="0" dirty="0" smtClean="0">
                <a:solidFill>
                  <a:srgbClr val="212121"/>
                </a:solidFill>
                <a:effectLst/>
                <a:latin typeface="Times New Roman" panose="02020603050405020304" pitchFamily="18" charset="0"/>
                <a:cs typeface="Times New Roman" panose="02020603050405020304" pitchFamily="18" charset="0"/>
              </a:rPr>
              <a:t>                                              </a:t>
            </a:r>
          </a:p>
          <a:p>
            <a:r>
              <a:rPr lang="en-US" sz="2800" b="1" dirty="0" smtClean="0">
                <a:solidFill>
                  <a:srgbClr val="212121"/>
                </a:solidFill>
                <a:latin typeface="Times New Roman" panose="02020603050405020304" pitchFamily="18" charset="0"/>
                <a:cs typeface="Times New Roman" panose="02020603050405020304" pitchFamily="18" charset="0"/>
              </a:rPr>
              <a:t>2. </a:t>
            </a:r>
            <a:r>
              <a:rPr lang="en-US" sz="2800" b="1" dirty="0" smtClean="0">
                <a:latin typeface="Times New Roman" pitchFamily="18" charset="0"/>
                <a:cs typeface="Times New Roman" pitchFamily="18" charset="0"/>
              </a:rPr>
              <a:t>Inductor Value (L1):</a:t>
            </a:r>
            <a:endParaRPr lang="en-US" sz="2800" dirty="0" smtClean="0">
              <a:latin typeface="Times New Roman" pitchFamily="18" charset="0"/>
              <a:cs typeface="Times New Roman" pitchFamily="18" charset="0"/>
            </a:endParaRPr>
          </a:p>
          <a:p>
            <a:pPr lvl="0"/>
            <a:r>
              <a:rPr lang="en-US" sz="2400" b="1" dirty="0" smtClean="0">
                <a:latin typeface="Times New Roman" pitchFamily="18" charset="0"/>
                <a:cs typeface="Times New Roman" pitchFamily="18" charset="0"/>
              </a:rPr>
              <a:t>Formula:</a:t>
            </a:r>
            <a:r>
              <a:rPr lang="en-US" sz="2400" dirty="0" smtClean="0">
                <a:latin typeface="Times New Roman" pitchFamily="18" charset="0"/>
                <a:cs typeface="Times New Roman" pitchFamily="18" charset="0"/>
              </a:rPr>
              <a:t> L1 &gt;= (Vin * D) / (2 * </a:t>
            </a:r>
            <a:r>
              <a:rPr lang="en-US" sz="2400" dirty="0" err="1" smtClean="0">
                <a:latin typeface="Times New Roman" pitchFamily="18" charset="0"/>
                <a:cs typeface="Times New Roman" pitchFamily="18" charset="0"/>
              </a:rPr>
              <a:t>fsw</a:t>
            </a:r>
            <a:r>
              <a:rPr lang="en-US" sz="2400" dirty="0" smtClean="0">
                <a:latin typeface="Times New Roman" pitchFamily="18" charset="0"/>
                <a:cs typeface="Times New Roman" pitchFamily="18" charset="0"/>
              </a:rPr>
              <a:t> * ΔIL)</a:t>
            </a:r>
          </a:p>
          <a:p>
            <a:pPr lvl="0"/>
            <a:r>
              <a:rPr lang="en-US" sz="2400" b="1" dirty="0" smtClean="0">
                <a:latin typeface="Times New Roman" pitchFamily="18" charset="0"/>
                <a:cs typeface="Times New Roman" pitchFamily="18" charset="0"/>
              </a:rPr>
              <a:t>Calculation:</a:t>
            </a:r>
            <a:r>
              <a:rPr lang="en-US" sz="2400" dirty="0" smtClean="0">
                <a:latin typeface="Times New Roman" pitchFamily="18" charset="0"/>
                <a:cs typeface="Times New Roman" pitchFamily="18" charset="0"/>
              </a:rPr>
              <a:t> L1 &gt;= (12V * 0.75) / (2 * 50kHz * 0.2A)</a:t>
            </a:r>
          </a:p>
          <a:p>
            <a:pPr lvl="0"/>
            <a:r>
              <a:rPr lang="en-US" sz="2400" b="1" dirty="0" smtClean="0">
                <a:latin typeface="Times New Roman" pitchFamily="18" charset="0"/>
                <a:cs typeface="Times New Roman" pitchFamily="18" charset="0"/>
              </a:rPr>
              <a:t>Result:</a:t>
            </a:r>
            <a:r>
              <a:rPr lang="en-US" sz="2400" dirty="0" smtClean="0">
                <a:latin typeface="Times New Roman" pitchFamily="18" charset="0"/>
                <a:cs typeface="Times New Roman" pitchFamily="18" charset="0"/>
              </a:rPr>
              <a:t> L1 &gt;= 225 </a:t>
            </a:r>
            <a:r>
              <a:rPr lang="en-US" sz="2400" dirty="0" err="1" smtClean="0">
                <a:latin typeface="Times New Roman" pitchFamily="18" charset="0"/>
                <a:cs typeface="Times New Roman" pitchFamily="18" charset="0"/>
              </a:rPr>
              <a:t>μH</a:t>
            </a:r>
            <a:endParaRPr lang="en-US" sz="2400" dirty="0" smtClean="0">
              <a:latin typeface="Times New Roman" pitchFamily="18" charset="0"/>
              <a:cs typeface="Times New Roman" pitchFamily="18" charset="0"/>
            </a:endParaRPr>
          </a:p>
          <a:p>
            <a:pPr marL="342900" indent="-342900">
              <a:buFont typeface="Arial" panose="020B0604020202020204" pitchFamily="34" charset="0"/>
              <a:buChar char="•"/>
            </a:pPr>
            <a:endParaRPr lang="en-US" sz="3200" b="0" i="0" dirty="0">
              <a:solidFill>
                <a:srgbClr val="212121"/>
              </a:solidFill>
              <a:effectLst/>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xmlns="" id="{6644CD05-CE26-817B-5D73-179FF17B46DF}"/>
              </a:ext>
            </a:extLst>
          </p:cNvPr>
          <p:cNvSpPr/>
          <p:nvPr/>
        </p:nvSpPr>
        <p:spPr>
          <a:xfrm>
            <a:off x="1961535" y="442452"/>
            <a:ext cx="7365345" cy="97594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smtClean="0">
                <a:solidFill>
                  <a:schemeClr val="tx1"/>
                </a:solidFill>
                <a:latin typeface="Times New Roman" panose="02020603050405020304" pitchFamily="18" charset="0"/>
                <a:cs typeface="Times New Roman" panose="02020603050405020304" pitchFamily="18" charset="0"/>
              </a:rPr>
              <a:t>Working of boost circuit</a:t>
            </a:r>
            <a:endParaRPr lang="en-US" sz="4000" b="1" dirty="0">
              <a:solidFill>
                <a:schemeClr val="tx1"/>
              </a:solidFill>
              <a:latin typeface="Times New Roman" panose="02020603050405020304" pitchFamily="18" charset="0"/>
              <a:cs typeface="Times New Roman" panose="02020603050405020304" pitchFamily="18" charset="0"/>
            </a:endParaRPr>
          </a:p>
        </p:txBody>
      </p:sp>
      <p:sp>
        <p:nvSpPr>
          <p:cNvPr id="7" name="TextBox 7"/>
          <p:cNvSpPr/>
          <p:nvPr/>
        </p:nvSpPr>
        <p:spPr>
          <a:xfrm>
            <a:off x="6538306" y="1813320"/>
            <a:ext cx="5304974" cy="396886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2800" b="1" dirty="0" smtClean="0">
                <a:latin typeface="Times New Roman" pitchFamily="18" charset="0"/>
                <a:cs typeface="Times New Roman" pitchFamily="18" charset="0"/>
              </a:rPr>
              <a:t>3. Capacitor </a:t>
            </a:r>
            <a:r>
              <a:rPr lang="en-US" sz="2800" b="1" dirty="0">
                <a:latin typeface="Times New Roman" pitchFamily="18" charset="0"/>
                <a:cs typeface="Times New Roman" pitchFamily="18" charset="0"/>
              </a:rPr>
              <a:t>Value (C1):</a:t>
            </a:r>
            <a:endParaRPr lang="en-US" sz="2800" dirty="0">
              <a:latin typeface="Times New Roman" pitchFamily="18" charset="0"/>
              <a:cs typeface="Times New Roman" pitchFamily="18" charset="0"/>
            </a:endParaRPr>
          </a:p>
          <a:p>
            <a:pPr lvl="0"/>
            <a:r>
              <a:rPr lang="en-US" sz="2400" b="1" dirty="0">
                <a:latin typeface="Times New Roman" pitchFamily="18" charset="0"/>
                <a:cs typeface="Times New Roman" pitchFamily="18" charset="0"/>
              </a:rPr>
              <a:t>Formula:</a:t>
            </a:r>
            <a:r>
              <a:rPr lang="en-US" sz="2400" dirty="0">
                <a:latin typeface="Times New Roman" pitchFamily="18" charset="0"/>
                <a:cs typeface="Times New Roman" pitchFamily="18" charset="0"/>
              </a:rPr>
              <a:t> C1 &gt;= (</a:t>
            </a:r>
            <a:r>
              <a:rPr lang="en-US" sz="2400" dirty="0" err="1">
                <a:latin typeface="Times New Roman" pitchFamily="18" charset="0"/>
                <a:cs typeface="Times New Roman" pitchFamily="18" charset="0"/>
              </a:rPr>
              <a:t>Iout</a:t>
            </a:r>
            <a:r>
              <a:rPr lang="en-US" sz="2400" dirty="0">
                <a:latin typeface="Times New Roman" pitchFamily="18" charset="0"/>
                <a:cs typeface="Times New Roman" pitchFamily="18" charset="0"/>
              </a:rPr>
              <a:t> * D) / (2 * </a:t>
            </a:r>
            <a:r>
              <a:rPr lang="en-US" sz="2400" dirty="0" err="1">
                <a:latin typeface="Times New Roman" pitchFamily="18" charset="0"/>
                <a:cs typeface="Times New Roman" pitchFamily="18" charset="0"/>
              </a:rPr>
              <a:t>fsw</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ΔVout</a:t>
            </a:r>
            <a:r>
              <a:rPr lang="en-US" sz="2400" dirty="0">
                <a:latin typeface="Times New Roman" pitchFamily="18" charset="0"/>
                <a:cs typeface="Times New Roman" pitchFamily="18" charset="0"/>
              </a:rPr>
              <a:t>)</a:t>
            </a:r>
          </a:p>
          <a:p>
            <a:pPr lvl="0"/>
            <a:r>
              <a:rPr lang="en-US" sz="2400" b="1" dirty="0">
                <a:latin typeface="Times New Roman" pitchFamily="18" charset="0"/>
                <a:cs typeface="Times New Roman" pitchFamily="18" charset="0"/>
              </a:rPr>
              <a:t>Calculation:</a:t>
            </a:r>
            <a:r>
              <a:rPr lang="en-US" sz="2400" dirty="0">
                <a:latin typeface="Times New Roman" pitchFamily="18" charset="0"/>
                <a:cs typeface="Times New Roman" pitchFamily="18" charset="0"/>
              </a:rPr>
              <a:t> </a:t>
            </a:r>
          </a:p>
          <a:p>
            <a:pPr lvl="1"/>
            <a:r>
              <a:rPr lang="en-US" sz="2400" dirty="0" err="1">
                <a:latin typeface="Times New Roman" pitchFamily="18" charset="0"/>
                <a:cs typeface="Times New Roman" pitchFamily="18" charset="0"/>
              </a:rPr>
              <a:t>Iout</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Vout</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Rload</a:t>
            </a:r>
            <a:r>
              <a:rPr lang="en-US" sz="2400" dirty="0">
                <a:latin typeface="Times New Roman" pitchFamily="18" charset="0"/>
                <a:cs typeface="Times New Roman" pitchFamily="18" charset="0"/>
              </a:rPr>
              <a:t> = 48V / 100Ω = 0.48A</a:t>
            </a:r>
          </a:p>
          <a:p>
            <a:pPr lvl="1"/>
            <a:r>
              <a:rPr lang="en-US" sz="2400" dirty="0">
                <a:latin typeface="Times New Roman" pitchFamily="18" charset="0"/>
                <a:cs typeface="Times New Roman" pitchFamily="18" charset="0"/>
              </a:rPr>
              <a:t>C1 &gt;= (0.48A * 0.75) / (2 * 50kHz * 0.1V)</a:t>
            </a:r>
          </a:p>
          <a:p>
            <a:pPr lvl="0"/>
            <a:r>
              <a:rPr lang="en-US" sz="2400" b="1" dirty="0">
                <a:latin typeface="Times New Roman" pitchFamily="18" charset="0"/>
                <a:cs typeface="Times New Roman" pitchFamily="18" charset="0"/>
              </a:rPr>
              <a:t>Result:</a:t>
            </a:r>
            <a:r>
              <a:rPr lang="en-US" sz="2400" dirty="0">
                <a:latin typeface="Times New Roman" pitchFamily="18" charset="0"/>
                <a:cs typeface="Times New Roman" pitchFamily="18" charset="0"/>
              </a:rPr>
              <a:t> C1 &gt;= 36 </a:t>
            </a:r>
            <a:r>
              <a:rPr lang="en-US" sz="2400" dirty="0" err="1">
                <a:latin typeface="Times New Roman" pitchFamily="18" charset="0"/>
                <a:cs typeface="Times New Roman" pitchFamily="18" charset="0"/>
              </a:rPr>
              <a:t>μF</a:t>
            </a:r>
            <a:endParaRPr lang="en-US" sz="2400" dirty="0">
              <a:latin typeface="Times New Roman" pitchFamily="18" charset="0"/>
              <a:cs typeface="Times New Roman" pitchFamily="18" charset="0"/>
            </a:endParaRPr>
          </a:p>
          <a:p>
            <a:pPr marL="342900" indent="-342900">
              <a:buFont typeface="Arial" panose="020B0604020202020204" pitchFamily="34" charset="0"/>
              <a:buChar char="•"/>
            </a:pPr>
            <a:endParaRPr lang="en-US" sz="3200" b="0" i="0" dirty="0">
              <a:solidFill>
                <a:srgbClr val="212121"/>
              </a:solidFill>
              <a:effectLst/>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6066971" y="1565640"/>
            <a:ext cx="290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6393163" y="1801623"/>
            <a:ext cx="0" cy="4154988"/>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3735278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laceHolder 2">
            <a:extLst>
              <a:ext uri="{FF2B5EF4-FFF2-40B4-BE49-F238E27FC236}">
                <a16:creationId xmlns:a16="http://schemas.microsoft.com/office/drawing/2014/main" xmlns="" id="{4A33139F-7A78-3389-C578-FB42AEC88A92}"/>
              </a:ext>
            </a:extLst>
          </p:cNvPr>
          <p:cNvSpPr txBox="1">
            <a:spLocks/>
          </p:cNvSpPr>
          <p:nvPr/>
        </p:nvSpPr>
        <p:spPr>
          <a:xfrm>
            <a:off x="8610480" y="6356520"/>
            <a:ext cx="2741400" cy="363240"/>
          </a:xfrm>
          <a:prstGeom prst="rect">
            <a:avLst/>
          </a:prstGeom>
          <a:noFill/>
          <a:ln w="0">
            <a:noFill/>
          </a:ln>
        </p:spPr>
        <p:txBody>
          <a:bodyPr lIns="90000" tIns="45000" rIns="90000" bIns="45000" anchor="ctr">
            <a:noAutofit/>
          </a:bodyPr>
          <a:lstStyle>
            <a:defPPr>
              <a:defRPr lang="en-US"/>
            </a:defPPr>
            <a:lvl1pPr marL="0" algn="r" defTabSz="914400" rtl="0" eaLnBrk="1" latinLnBrk="0" hangingPunct="1">
              <a:lnSpc>
                <a:spcPct val="100000"/>
              </a:lnSpc>
              <a:buNone/>
              <a:defRPr lang="en-US" sz="2000" b="0" strike="noStrike" kern="1200" spc="-1">
                <a:solidFill>
                  <a:srgbClr val="FEFFFF"/>
                </a:solidFill>
                <a:latin typeface="Times New Roman"/>
                <a:ea typeface="DejaVu Sans"/>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F1B242-376E-495A-8652-9BB235B11FCA}" type="slidenum">
              <a:rPr lang="en-US" smtClean="0"/>
              <a:pPr/>
              <a:t>7</a:t>
            </a:fld>
            <a:endParaRPr lang="en-US" dirty="0"/>
          </a:p>
        </p:txBody>
      </p:sp>
      <p:pic>
        <p:nvPicPr>
          <p:cNvPr id="7" name="Picture 3">
            <a:extLst>
              <a:ext uri="{FF2B5EF4-FFF2-40B4-BE49-F238E27FC236}">
                <a16:creationId xmlns:a16="http://schemas.microsoft.com/office/drawing/2014/main" xmlns="" id="{911EBE86-4F98-417D-E180-87A0619FCEB0}"/>
              </a:ext>
            </a:extLst>
          </p:cNvPr>
          <p:cNvPicPr/>
          <p:nvPr/>
        </p:nvPicPr>
        <p:blipFill>
          <a:blip r:embed="rId2"/>
          <a:stretch/>
        </p:blipFill>
        <p:spPr>
          <a:xfrm>
            <a:off x="285840" y="95760"/>
            <a:ext cx="1564560" cy="1469880"/>
          </a:xfrm>
          <a:prstGeom prst="rect">
            <a:avLst/>
          </a:prstGeom>
          <a:ln w="0">
            <a:noFill/>
          </a:ln>
        </p:spPr>
      </p:pic>
      <p:sp>
        <p:nvSpPr>
          <p:cNvPr id="8" name="TextBox 5">
            <a:extLst>
              <a:ext uri="{FF2B5EF4-FFF2-40B4-BE49-F238E27FC236}">
                <a16:creationId xmlns:a16="http://schemas.microsoft.com/office/drawing/2014/main" xmlns="" id="{2CB3F40B-5B94-55B3-2A31-AA28E2AD5AC7}"/>
              </a:ext>
            </a:extLst>
          </p:cNvPr>
          <p:cNvSpPr/>
          <p:nvPr/>
        </p:nvSpPr>
        <p:spPr>
          <a:xfrm>
            <a:off x="11310480" y="6231960"/>
            <a:ext cx="53280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b="1" spc="-1" dirty="0">
                <a:solidFill>
                  <a:srgbClr val="000000"/>
                </a:solidFill>
                <a:latin typeface="Times New Roman"/>
              </a:rPr>
              <a:t>7</a:t>
            </a:r>
            <a:endParaRPr lang="en-US" sz="1800" b="0" strike="noStrike" spc="-1" dirty="0">
              <a:latin typeface="Arial"/>
            </a:endParaRPr>
          </a:p>
        </p:txBody>
      </p:sp>
      <p:sp>
        <p:nvSpPr>
          <p:cNvPr id="15" name="Rectangle: Rounded Corners 14">
            <a:extLst>
              <a:ext uri="{FF2B5EF4-FFF2-40B4-BE49-F238E27FC236}">
                <a16:creationId xmlns:a16="http://schemas.microsoft.com/office/drawing/2014/main" xmlns="" id="{3DD97283-7BCB-AE06-A303-CC4509F14F3D}"/>
              </a:ext>
            </a:extLst>
          </p:cNvPr>
          <p:cNvSpPr/>
          <p:nvPr/>
        </p:nvSpPr>
        <p:spPr>
          <a:xfrm>
            <a:off x="2094972" y="328212"/>
            <a:ext cx="6149142" cy="975948"/>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xmlns="" id="{FB15E13A-0E4A-E8EC-6469-0E42EA268659}"/>
              </a:ext>
            </a:extLst>
          </p:cNvPr>
          <p:cNvSpPr txBox="1"/>
          <p:nvPr/>
        </p:nvSpPr>
        <p:spPr>
          <a:xfrm>
            <a:off x="1248229" y="2139967"/>
            <a:ext cx="9782628" cy="3194721"/>
          </a:xfrm>
          <a:prstGeom prst="rect">
            <a:avLst/>
          </a:prstGeom>
          <a:noFill/>
        </p:spPr>
        <p:txBody>
          <a:bodyPr wrap="square">
            <a:spAutoFit/>
          </a:bodyPr>
          <a:lstStyle/>
          <a:p>
            <a:pPr algn="just">
              <a:lnSpc>
                <a:spcPct val="115000"/>
              </a:lnSpc>
              <a:spcAft>
                <a:spcPts val="1000"/>
              </a:spcAft>
            </a:pPr>
            <a:r>
              <a:rPr lang="en-GB" sz="2000" dirty="0">
                <a:effectLst/>
                <a:latin typeface="Times New Roman" panose="02020603050405020304" pitchFamily="18" charset="0"/>
                <a:ea typeface="Calibri" panose="020F0502020204030204" pitchFamily="34" charset="0"/>
                <a:cs typeface="Times New Roman" panose="02020603050405020304" pitchFamily="18" charset="0"/>
              </a:rPr>
              <a:t>[</a:t>
            </a:r>
            <a:r>
              <a:rPr lang="en-GB" sz="2000" dirty="0" smtClean="0">
                <a:effectLst/>
                <a:latin typeface="Times New Roman" panose="02020603050405020304" pitchFamily="18" charset="0"/>
                <a:ea typeface="Calibri" panose="020F0502020204030204" pitchFamily="34" charset="0"/>
                <a:cs typeface="Times New Roman" panose="02020603050405020304" pitchFamily="18" charset="0"/>
              </a:rPr>
              <a:t>1</a:t>
            </a:r>
            <a:r>
              <a:rPr lang="en-GB" sz="2000" dirty="0">
                <a:latin typeface="Times New Roman" panose="02020603050405020304" pitchFamily="18" charset="0"/>
                <a:ea typeface="Calibri" panose="020F0502020204030204" pitchFamily="34" charset="0"/>
                <a:cs typeface="Times New Roman" panose="02020603050405020304" pitchFamily="18" charset="0"/>
              </a:rPr>
              <a:t>] </a:t>
            </a:r>
            <a:r>
              <a:rPr lang="en-GB" sz="2000" dirty="0">
                <a:latin typeface="Times New Roman" panose="02020603050405020304" pitchFamily="18" charset="0"/>
                <a:ea typeface="Calibri" panose="020F0502020204030204" pitchFamily="34" charset="0"/>
                <a:cs typeface="Times New Roman" panose="02020603050405020304" pitchFamily="18" charset="0"/>
                <a:hlinkClick r:id="rId3"/>
              </a:rPr>
              <a:t>https://electronicsmind.com/boost-converter/#</a:t>
            </a:r>
            <a:r>
              <a:rPr lang="en-GB" sz="2000" dirty="0" smtClean="0">
                <a:latin typeface="Times New Roman" panose="02020603050405020304" pitchFamily="18" charset="0"/>
                <a:ea typeface="Calibri" panose="020F0502020204030204" pitchFamily="34" charset="0"/>
                <a:cs typeface="Times New Roman" panose="02020603050405020304" pitchFamily="18" charset="0"/>
                <a:hlinkClick r:id="rId3"/>
              </a:rPr>
              <a:t>google_vignette</a:t>
            </a:r>
            <a:endParaRPr lang="en-GB" sz="20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GB" sz="2000" dirty="0">
                <a:latin typeface="Times New Roman" panose="02020603050405020304" pitchFamily="18" charset="0"/>
                <a:ea typeface="Calibri" panose="020F0502020204030204" pitchFamily="34" charset="0"/>
                <a:cs typeface="Times New Roman" panose="02020603050405020304" pitchFamily="18" charset="0"/>
              </a:rPr>
              <a:t>[</a:t>
            </a:r>
            <a:r>
              <a:rPr lang="en-GB" sz="2000" dirty="0" smtClean="0">
                <a:latin typeface="Times New Roman" panose="02020603050405020304" pitchFamily="18" charset="0"/>
                <a:ea typeface="Calibri" panose="020F0502020204030204" pitchFamily="34" charset="0"/>
                <a:cs typeface="Times New Roman" panose="02020603050405020304" pitchFamily="18" charset="0"/>
              </a:rPr>
              <a:t>2]https</a:t>
            </a:r>
            <a:r>
              <a:rPr lang="en-GB" sz="2000" dirty="0">
                <a:latin typeface="Times New Roman" panose="02020603050405020304" pitchFamily="18" charset="0"/>
                <a:ea typeface="Calibri" panose="020F0502020204030204" pitchFamily="34" charset="0"/>
                <a:cs typeface="Times New Roman" panose="02020603050405020304" pitchFamily="18" charset="0"/>
              </a:rPr>
              <a:t>://</a:t>
            </a:r>
            <a:r>
              <a:rPr lang="en-GB" sz="2000" dirty="0" smtClean="0">
                <a:latin typeface="Times New Roman" panose="02020603050405020304" pitchFamily="18" charset="0"/>
                <a:ea typeface="Calibri" panose="020F0502020204030204" pitchFamily="34" charset="0"/>
                <a:cs typeface="Times New Roman" panose="02020603050405020304" pitchFamily="18" charset="0"/>
              </a:rPr>
              <a:t>www.theengineeringprojects.com/2021/03/boost-converter-using-mosfet-irfz44n-in-proteus.html</a:t>
            </a:r>
          </a:p>
          <a:p>
            <a:pPr algn="just">
              <a:lnSpc>
                <a:spcPct val="115000"/>
              </a:lnSpc>
              <a:spcAft>
                <a:spcPts val="1000"/>
              </a:spcAft>
            </a:pPr>
            <a:r>
              <a:rPr lang="en-GB" sz="2000" dirty="0">
                <a:latin typeface="Times New Roman" panose="02020603050405020304" pitchFamily="18" charset="0"/>
                <a:ea typeface="Calibri" panose="020F0502020204030204" pitchFamily="34" charset="0"/>
                <a:cs typeface="Times New Roman" panose="02020603050405020304" pitchFamily="18" charset="0"/>
              </a:rPr>
              <a:t>[3] https://www.youtube.com/watch?v=Xqhvv3IPehE</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endParaRPr lang="en-US" sz="2800" b="1" dirty="0"/>
          </a:p>
          <a:p>
            <a:endParaRPr lang="en-US" sz="2800" dirty="0"/>
          </a:p>
        </p:txBody>
      </p:sp>
    </p:spTree>
    <p:extLst>
      <p:ext uri="{BB962C8B-B14F-4D97-AF65-F5344CB8AC3E}">
        <p14:creationId xmlns:p14="http://schemas.microsoft.com/office/powerpoint/2010/main" val="19500252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TextBox 1"/>
          <p:cNvSpPr/>
          <p:nvPr/>
        </p:nvSpPr>
        <p:spPr>
          <a:xfrm>
            <a:off x="4213080" y="2667240"/>
            <a:ext cx="5257080" cy="1308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1" strike="noStrike" spc="-1" dirty="0">
                <a:solidFill>
                  <a:srgbClr val="000000"/>
                </a:solidFill>
                <a:latin typeface="Times New Roman"/>
                <a:ea typeface="DejaVu Sans"/>
              </a:rPr>
              <a:t> </a:t>
            </a:r>
            <a:r>
              <a:rPr lang="en-US" sz="4000" b="1" strike="noStrike" spc="-1" dirty="0">
                <a:solidFill>
                  <a:srgbClr val="000000"/>
                </a:solidFill>
                <a:latin typeface="Times New Roman"/>
                <a:ea typeface="DejaVu Sans"/>
              </a:rPr>
              <a:t>   Thank You</a:t>
            </a:r>
            <a:endParaRPr lang="en-US" sz="4000" b="0" strike="noStrike" spc="-1" dirty="0">
              <a:latin typeface="Arial"/>
            </a:endParaRPr>
          </a:p>
          <a:p>
            <a:pPr>
              <a:lnSpc>
                <a:spcPct val="100000"/>
              </a:lnSpc>
              <a:buNone/>
            </a:pPr>
            <a:r>
              <a:rPr lang="en-US" sz="4000" b="1" strike="noStrike" spc="-1" dirty="0">
                <a:solidFill>
                  <a:srgbClr val="000000"/>
                </a:solidFill>
                <a:latin typeface="Times New Roman"/>
                <a:ea typeface="DejaVu Sans"/>
              </a:rPr>
              <a:t>Any Questions?</a:t>
            </a:r>
            <a:endParaRPr lang="en-US" sz="4000" b="0" strike="noStrike" spc="-1" dirty="0">
              <a:latin typeface="Arial"/>
            </a:endParaRPr>
          </a:p>
        </p:txBody>
      </p:sp>
      <p:pic>
        <p:nvPicPr>
          <p:cNvPr id="3" name="Picture 3"/>
          <p:cNvPicPr/>
          <p:nvPr/>
        </p:nvPicPr>
        <p:blipFill>
          <a:blip r:embed="rId2"/>
          <a:stretch/>
        </p:blipFill>
        <p:spPr>
          <a:xfrm>
            <a:off x="285840" y="170280"/>
            <a:ext cx="1564560" cy="1469880"/>
          </a:xfrm>
          <a:prstGeom prst="rect">
            <a:avLst/>
          </a:prstGeom>
          <a:ln w="0">
            <a:noFill/>
          </a:ln>
        </p:spPr>
      </p:pic>
      <p:sp>
        <p:nvSpPr>
          <p:cNvPr id="4" name="TextBox 7"/>
          <p:cNvSpPr/>
          <p:nvPr/>
        </p:nvSpPr>
        <p:spPr>
          <a:xfrm>
            <a:off x="11310480" y="6231960"/>
            <a:ext cx="53280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b="1" spc="-1" dirty="0">
                <a:solidFill>
                  <a:srgbClr val="000000"/>
                </a:solidFill>
                <a:latin typeface="Times New Roman"/>
              </a:rPr>
              <a:t>8</a:t>
            </a:r>
            <a:endParaRPr lang="en-US" sz="1800" b="0" strike="noStrike" spc="-1" dirty="0">
              <a:latin typeface="Aria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4920</TotalTime>
  <Words>403</Words>
  <Application>Microsoft Office PowerPoint</Application>
  <PresentationFormat>Custom</PresentationFormat>
  <Paragraphs>67</Paragraphs>
  <Slides>8</Slides>
  <Notes>4</Notes>
  <HiddenSlides>0</HiddenSlides>
  <MMClips>0</MMClips>
  <ScaleCrop>false</ScaleCrop>
  <HeadingPairs>
    <vt:vector size="4" baseType="variant">
      <vt:variant>
        <vt:lpstr>Theme</vt:lpstr>
      </vt:variant>
      <vt:variant>
        <vt:i4>2</vt:i4>
      </vt:variant>
      <vt:variant>
        <vt:lpstr>Slide Titles</vt:lpstr>
      </vt:variant>
      <vt:variant>
        <vt:i4>8</vt:i4>
      </vt:variant>
    </vt:vector>
  </HeadingPairs>
  <TitlesOfParts>
    <vt:vector size="10" baseType="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Aslam Computer</dc:creator>
  <cp:lastModifiedBy>Marhaba Tech</cp:lastModifiedBy>
  <cp:revision>374</cp:revision>
  <cp:lastPrinted>2025-01-01T07:26:08Z</cp:lastPrinted>
  <dcterms:created xsi:type="dcterms:W3CDTF">2023-10-19T09:24:11Z</dcterms:created>
  <dcterms:modified xsi:type="dcterms:W3CDTF">2025-01-01T07:30:31Z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14</vt:i4>
  </property>
</Properties>
</file>